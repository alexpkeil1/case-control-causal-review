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sldIdLst>
    <p:sldId id="256" r:id="rId2"/>
    <p:sldId id="287" r:id="rId3"/>
    <p:sldId id="286" r:id="rId4"/>
    <p:sldId id="258" r:id="rId5"/>
    <p:sldId id="274" r:id="rId6"/>
    <p:sldId id="259" r:id="rId7"/>
    <p:sldId id="262" r:id="rId8"/>
    <p:sldId id="276" r:id="rId9"/>
    <p:sldId id="260" r:id="rId10"/>
    <p:sldId id="272" r:id="rId11"/>
    <p:sldId id="261" r:id="rId12"/>
    <p:sldId id="263" r:id="rId13"/>
    <p:sldId id="277" r:id="rId14"/>
    <p:sldId id="264" r:id="rId15"/>
    <p:sldId id="265" r:id="rId16"/>
    <p:sldId id="266" r:id="rId17"/>
    <p:sldId id="289" r:id="rId18"/>
    <p:sldId id="270" r:id="rId19"/>
    <p:sldId id="267" r:id="rId20"/>
    <p:sldId id="268" r:id="rId21"/>
    <p:sldId id="278" r:id="rId22"/>
    <p:sldId id="275" r:id="rId23"/>
    <p:sldId id="282" r:id="rId24"/>
    <p:sldId id="281" r:id="rId25"/>
    <p:sldId id="284" r:id="rId26"/>
    <p:sldId id="283" r:id="rId27"/>
    <p:sldId id="285" r:id="rId28"/>
    <p:sldId id="28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A53EAD-6E56-46D3-A09E-0EEBC12DA0F1}" name="Mésidor, Miceline" initials="MM" userId="S::Miceline.Mesidor@inrs.ca::d019297c-7565-45dc-8cd3-d965b8635e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5E172-74AE-40BE-B059-0E1E243C2AAC}" v="1124" dt="2025-12-03T19:46:07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79661" autoAdjust="0"/>
  </p:normalViewPr>
  <p:slideViewPr>
    <p:cSldViewPr snapToGrid="0">
      <p:cViewPr varScale="1">
        <p:scale>
          <a:sx n="84" d="100"/>
          <a:sy n="84" d="100"/>
        </p:scale>
        <p:origin x="14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sidor, Miceline" userId="d019297c-7565-45dc-8cd3-d965b8635e97" providerId="ADAL" clId="{9DB5E172-74AE-40BE-B059-0E1E243C2AAC}"/>
    <pc:docChg chg="undo redo custSel addSld delSld modSld sldOrd">
      <pc:chgData name="Mésidor, Miceline" userId="d019297c-7565-45dc-8cd3-d965b8635e97" providerId="ADAL" clId="{9DB5E172-74AE-40BE-B059-0E1E243C2AAC}" dt="2025-12-03T19:47:16.989" v="5459" actId="20577"/>
      <pc:docMkLst>
        <pc:docMk/>
      </pc:docMkLst>
      <pc:sldChg chg="addSp modSp mod modNotesTx">
        <pc:chgData name="Mésidor, Miceline" userId="d019297c-7565-45dc-8cd3-d965b8635e97" providerId="ADAL" clId="{9DB5E172-74AE-40BE-B059-0E1E243C2AAC}" dt="2025-12-03T16:56:22.592" v="5428" actId="6549"/>
        <pc:sldMkLst>
          <pc:docMk/>
          <pc:sldMk cId="1224439330" sldId="256"/>
        </pc:sldMkLst>
        <pc:spChg chg="mod">
          <ac:chgData name="Mésidor, Miceline" userId="d019297c-7565-45dc-8cd3-d965b8635e97" providerId="ADAL" clId="{9DB5E172-74AE-40BE-B059-0E1E243C2AAC}" dt="2025-11-13T20:08:15.761" v="5171" actId="20577"/>
          <ac:spMkLst>
            <pc:docMk/>
            <pc:sldMk cId="1224439330" sldId="256"/>
            <ac:spMk id="2" creationId="{CF61468B-EF51-D94D-2AAF-3A0DFB735F26}"/>
          </ac:spMkLst>
        </pc:spChg>
        <pc:spChg chg="mod">
          <ac:chgData name="Mésidor, Miceline" userId="d019297c-7565-45dc-8cd3-d965b8635e97" providerId="ADAL" clId="{9DB5E172-74AE-40BE-B059-0E1E243C2AAC}" dt="2025-10-10T18:56:58.373" v="4065" actId="255"/>
          <ac:spMkLst>
            <pc:docMk/>
            <pc:sldMk cId="1224439330" sldId="256"/>
            <ac:spMk id="3" creationId="{378921BA-57FA-F465-9935-7E77E9C981AA}"/>
          </ac:spMkLst>
        </pc:spChg>
        <pc:spChg chg="add mod">
          <ac:chgData name="Mésidor, Miceline" userId="d019297c-7565-45dc-8cd3-d965b8635e97" providerId="ADAL" clId="{9DB5E172-74AE-40BE-B059-0E1E243C2AAC}" dt="2025-10-22T12:56:03.045" v="4107" actId="20577"/>
          <ac:spMkLst>
            <pc:docMk/>
            <pc:sldMk cId="1224439330" sldId="256"/>
            <ac:spMk id="4" creationId="{B8784D78-7A65-9BAC-806C-B8AE5AEF0BDA}"/>
          </ac:spMkLst>
        </pc:spChg>
        <pc:picChg chg="add mod">
          <ac:chgData name="Mésidor, Miceline" userId="d019297c-7565-45dc-8cd3-d965b8635e97" providerId="ADAL" clId="{9DB5E172-74AE-40BE-B059-0E1E243C2AAC}" dt="2025-10-10T18:54:17.957" v="4038" actId="14100"/>
          <ac:picMkLst>
            <pc:docMk/>
            <pc:sldMk cId="1224439330" sldId="256"/>
            <ac:picMk id="1026" creationId="{9BA5F200-A667-9632-B464-E973D26710F7}"/>
          </ac:picMkLst>
        </pc:picChg>
      </pc:sldChg>
      <pc:sldChg chg="del">
        <pc:chgData name="Mésidor, Miceline" userId="d019297c-7565-45dc-8cd3-d965b8635e97" providerId="ADAL" clId="{9DB5E172-74AE-40BE-B059-0E1E243C2AAC}" dt="2025-10-03T17:46:31.436" v="497" actId="2696"/>
        <pc:sldMkLst>
          <pc:docMk/>
          <pc:sldMk cId="8953161" sldId="257"/>
        </pc:sldMkLst>
      </pc:sldChg>
      <pc:sldChg chg="addSp modSp mod setBg modNotesTx">
        <pc:chgData name="Mésidor, Miceline" userId="d019297c-7565-45dc-8cd3-d965b8635e97" providerId="ADAL" clId="{9DB5E172-74AE-40BE-B059-0E1E243C2AAC}" dt="2025-12-03T19:46:51.188" v="5453" actId="20577"/>
        <pc:sldMkLst>
          <pc:docMk/>
          <pc:sldMk cId="855491421" sldId="258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855491421" sldId="258"/>
            <ac:spMk id="2" creationId="{A56F848B-C82D-4582-833C-1F0CB3F06C4D}"/>
          </ac:spMkLst>
        </pc:spChg>
        <pc:spChg chg="mod">
          <ac:chgData name="Mésidor, Miceline" userId="d019297c-7565-45dc-8cd3-d965b8635e97" providerId="ADAL" clId="{9DB5E172-74AE-40BE-B059-0E1E243C2AAC}" dt="2025-10-10T18:38:37.467" v="3531" actId="255"/>
          <ac:spMkLst>
            <pc:docMk/>
            <pc:sldMk cId="855491421" sldId="258"/>
            <ac:spMk id="3" creationId="{81C945A6-2EB7-7C61-981D-FA8FEFA40D16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855491421" sldId="258"/>
            <ac:spMk id="5" creationId="{85FFAD4D-60B0-5EAC-E463-232241EB1067}"/>
          </ac:spMkLst>
        </pc:spChg>
        <pc:picChg chg="add mod">
          <ac:chgData name="Mésidor, Miceline" userId="d019297c-7565-45dc-8cd3-d965b8635e97" providerId="ADAL" clId="{9DB5E172-74AE-40BE-B059-0E1E243C2AAC}" dt="2025-10-10T18:55:19.043" v="4045" actId="1076"/>
          <ac:picMkLst>
            <pc:docMk/>
            <pc:sldMk cId="855491421" sldId="258"/>
            <ac:picMk id="4" creationId="{7050C4D0-FCBD-293B-EBF5-A31DC8E14568}"/>
          </ac:picMkLst>
        </pc:picChg>
      </pc:sldChg>
      <pc:sldChg chg="addSp delSp modSp mod modAnim modNotesTx">
        <pc:chgData name="Mésidor, Miceline" userId="d019297c-7565-45dc-8cd3-d965b8635e97" providerId="ADAL" clId="{9DB5E172-74AE-40BE-B059-0E1E243C2AAC}" dt="2025-12-03T19:46:46.072" v="5451" actId="6549"/>
        <pc:sldMkLst>
          <pc:docMk/>
          <pc:sldMk cId="3246442706" sldId="259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246442706" sldId="259"/>
            <ac:spMk id="2" creationId="{A13C3F4E-FE05-EEA4-47B1-AE676575EFDC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246442706" sldId="259"/>
            <ac:spMk id="4" creationId="{7BE87900-233B-0B41-B4C4-850641898C6B}"/>
          </ac:spMkLst>
        </pc:spChg>
        <pc:spChg chg="add mod">
          <ac:chgData name="Mésidor, Miceline" userId="d019297c-7565-45dc-8cd3-d965b8635e97" providerId="ADAL" clId="{9DB5E172-74AE-40BE-B059-0E1E243C2AAC}" dt="2025-10-06T15:26:30.529" v="2592" actId="1076"/>
          <ac:spMkLst>
            <pc:docMk/>
            <pc:sldMk cId="3246442706" sldId="259"/>
            <ac:spMk id="136" creationId="{04BFEE9F-A46D-914A-1A4F-CFF5EA80896C}"/>
          </ac:spMkLst>
        </pc:spChg>
        <pc:picChg chg="add mod">
          <ac:chgData name="Mésidor, Miceline" userId="d019297c-7565-45dc-8cd3-d965b8635e97" providerId="ADAL" clId="{9DB5E172-74AE-40BE-B059-0E1E243C2AAC}" dt="2025-10-10T18:55:28.204" v="4047"/>
          <ac:picMkLst>
            <pc:docMk/>
            <pc:sldMk cId="3246442706" sldId="259"/>
            <ac:picMk id="3" creationId="{00E41B8F-CCBB-63D1-8E14-994F6B580DDF}"/>
          </ac:picMkLst>
        </pc:picChg>
        <pc:picChg chg="add mod modCrop">
          <ac:chgData name="Mésidor, Miceline" userId="d019297c-7565-45dc-8cd3-d965b8635e97" providerId="ADAL" clId="{9DB5E172-74AE-40BE-B059-0E1E243C2AAC}" dt="2025-10-09T19:29:58.876" v="3369" actId="1076"/>
          <ac:picMkLst>
            <pc:docMk/>
            <pc:sldMk cId="3246442706" sldId="259"/>
            <ac:picMk id="134" creationId="{B488C74A-B854-7655-EA4D-763C57009C73}"/>
          </ac:picMkLst>
        </pc:picChg>
      </pc:sldChg>
      <pc:sldChg chg="addSp delSp modSp mod modNotesTx">
        <pc:chgData name="Mésidor, Miceline" userId="d019297c-7565-45dc-8cd3-d965b8635e97" providerId="ADAL" clId="{9DB5E172-74AE-40BE-B059-0E1E243C2AAC}" dt="2025-12-03T19:46:35.092" v="5447" actId="20577"/>
        <pc:sldMkLst>
          <pc:docMk/>
          <pc:sldMk cId="4067299091" sldId="260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4067299091" sldId="260"/>
            <ac:spMk id="2" creationId="{04D79580-56D4-2733-2A62-57F3E5D56903}"/>
          </ac:spMkLst>
        </pc:spChg>
        <pc:spChg chg="mod">
          <ac:chgData name="Mésidor, Miceline" userId="d019297c-7565-45dc-8cd3-d965b8635e97" providerId="ADAL" clId="{9DB5E172-74AE-40BE-B059-0E1E243C2AAC}" dt="2025-10-10T18:39:40.037" v="3541" actId="255"/>
          <ac:spMkLst>
            <pc:docMk/>
            <pc:sldMk cId="4067299091" sldId="260"/>
            <ac:spMk id="3" creationId="{AE4EF4C3-5F88-4A75-7B53-EB2384F290DA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4067299091" sldId="260"/>
            <ac:spMk id="6" creationId="{1C301FDF-21D3-6BA0-B0EA-C920C1855191}"/>
          </ac:spMkLst>
        </pc:spChg>
        <pc:picChg chg="add mod">
          <ac:chgData name="Mésidor, Miceline" userId="d019297c-7565-45dc-8cd3-d965b8635e97" providerId="ADAL" clId="{9DB5E172-74AE-40BE-B059-0E1E243C2AAC}" dt="2025-10-10T18:55:36.254" v="4050"/>
          <ac:picMkLst>
            <pc:docMk/>
            <pc:sldMk cId="4067299091" sldId="260"/>
            <ac:picMk id="4" creationId="{17ACFDA1-485D-0EAB-6508-FE943FFB94CA}"/>
          </ac:picMkLst>
        </pc:picChg>
      </pc:sldChg>
      <pc:sldChg chg="addSp delSp modSp mod modNotesTx">
        <pc:chgData name="Mésidor, Miceline" userId="d019297c-7565-45dc-8cd3-d965b8635e97" providerId="ADAL" clId="{9DB5E172-74AE-40BE-B059-0E1E243C2AAC}" dt="2025-12-03T19:46:32.850" v="5446" actId="20577"/>
        <pc:sldMkLst>
          <pc:docMk/>
          <pc:sldMk cId="2605920556" sldId="261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605920556" sldId="261"/>
            <ac:spMk id="2" creationId="{9CC822CD-F442-645F-A9A0-B8CAB516756D}"/>
          </ac:spMkLst>
        </pc:spChg>
        <pc:spChg chg="mod">
          <ac:chgData name="Mésidor, Miceline" userId="d019297c-7565-45dc-8cd3-d965b8635e97" providerId="ADAL" clId="{9DB5E172-74AE-40BE-B059-0E1E243C2AAC}" dt="2025-10-10T18:39:59.898" v="3543" actId="255"/>
          <ac:spMkLst>
            <pc:docMk/>
            <pc:sldMk cId="2605920556" sldId="261"/>
            <ac:spMk id="3" creationId="{DECC2288-0B5D-F0EE-588E-04D429595FCB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605920556" sldId="261"/>
            <ac:spMk id="6" creationId="{299D3332-2D66-64FC-FD64-9194F208177A}"/>
          </ac:spMkLst>
        </pc:spChg>
        <pc:spChg chg="add mod">
          <ac:chgData name="Mésidor, Miceline" userId="d019297c-7565-45dc-8cd3-d965b8635e97" providerId="ADAL" clId="{9DB5E172-74AE-40BE-B059-0E1E243C2AAC}" dt="2025-10-07T15:55:53.116" v="2878" actId="404"/>
          <ac:spMkLst>
            <pc:docMk/>
            <pc:sldMk cId="2605920556" sldId="261"/>
            <ac:spMk id="10" creationId="{844F599C-4F00-3F19-6E0A-859CB745A7F6}"/>
          </ac:spMkLst>
        </pc:spChg>
        <pc:picChg chg="add mod">
          <ac:chgData name="Mésidor, Miceline" userId="d019297c-7565-45dc-8cd3-d965b8635e97" providerId="ADAL" clId="{9DB5E172-74AE-40BE-B059-0E1E243C2AAC}" dt="2025-10-10T18:55:41.028" v="4052"/>
          <ac:picMkLst>
            <pc:docMk/>
            <pc:sldMk cId="2605920556" sldId="261"/>
            <ac:picMk id="4" creationId="{C7796C86-CB70-4760-BEB4-EF080A788B01}"/>
          </ac:picMkLst>
        </pc:picChg>
      </pc:sldChg>
      <pc:sldChg chg="addSp delSp modSp mod modAnim modNotesTx">
        <pc:chgData name="Mésidor, Miceline" userId="d019297c-7565-45dc-8cd3-d965b8635e97" providerId="ADAL" clId="{9DB5E172-74AE-40BE-B059-0E1E243C2AAC}" dt="2025-12-03T19:46:42.695" v="5450" actId="20577"/>
        <pc:sldMkLst>
          <pc:docMk/>
          <pc:sldMk cId="3607786684" sldId="262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607786684" sldId="262"/>
            <ac:spMk id="2" creationId="{144228B7-F3C0-C25B-7583-FFAAB66BFBCB}"/>
          </ac:spMkLst>
        </pc:spChg>
        <pc:spChg chg="mod">
          <ac:chgData name="Mésidor, Miceline" userId="d019297c-7565-45dc-8cd3-d965b8635e97" providerId="ADAL" clId="{9DB5E172-74AE-40BE-B059-0E1E243C2AAC}" dt="2025-10-10T18:38:48.673" v="3532" actId="255"/>
          <ac:spMkLst>
            <pc:docMk/>
            <pc:sldMk cId="3607786684" sldId="262"/>
            <ac:spMk id="3" creationId="{134027C5-701C-83CA-FB6A-A47C9D1878FD}"/>
          </ac:spMkLst>
        </pc:spChg>
        <pc:spChg chg="add mod">
          <ac:chgData name="Mésidor, Miceline" userId="d019297c-7565-45dc-8cd3-d965b8635e97" providerId="ADAL" clId="{9DB5E172-74AE-40BE-B059-0E1E243C2AAC}" dt="2025-10-10T18:38:53.323" v="3533" actId="255"/>
          <ac:spMkLst>
            <pc:docMk/>
            <pc:sldMk cId="3607786684" sldId="262"/>
            <ac:spMk id="5" creationId="{972FE2E8-B33A-BEAA-A4A2-8A380ECC9EE4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607786684" sldId="262"/>
            <ac:spMk id="7" creationId="{A7FFC1D9-1F2A-B6B7-52FC-757B306D2A17}"/>
          </ac:spMkLst>
        </pc:spChg>
        <pc:picChg chg="add mod">
          <ac:chgData name="Mésidor, Miceline" userId="d019297c-7565-45dc-8cd3-d965b8635e97" providerId="ADAL" clId="{9DB5E172-74AE-40BE-B059-0E1E243C2AAC}" dt="2025-10-10T18:39:04.591" v="3534" actId="1076"/>
          <ac:picMkLst>
            <pc:docMk/>
            <pc:sldMk cId="3607786684" sldId="262"/>
            <ac:picMk id="8" creationId="{FEA34EFF-C233-C58C-A96E-656D3D030C24}"/>
          </ac:picMkLst>
        </pc:picChg>
        <pc:picChg chg="add mod">
          <ac:chgData name="Mésidor, Miceline" userId="d019297c-7565-45dc-8cd3-d965b8635e97" providerId="ADAL" clId="{9DB5E172-74AE-40BE-B059-0E1E243C2AAC}" dt="2025-10-10T18:55:30.253" v="4048"/>
          <ac:picMkLst>
            <pc:docMk/>
            <pc:sldMk cId="3607786684" sldId="262"/>
            <ac:picMk id="10" creationId="{0629FA6D-9ECC-238E-FFD9-7D00ADB55563}"/>
          </ac:picMkLst>
        </pc:picChg>
      </pc:sldChg>
      <pc:sldChg chg="addSp delSp modSp mod modNotesTx">
        <pc:chgData name="Mésidor, Miceline" userId="d019297c-7565-45dc-8cd3-d965b8635e97" providerId="ADAL" clId="{9DB5E172-74AE-40BE-B059-0E1E243C2AAC}" dt="2025-12-03T19:46:30.744" v="5445" actId="20577"/>
        <pc:sldMkLst>
          <pc:docMk/>
          <pc:sldMk cId="1822036035" sldId="263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1822036035" sldId="263"/>
            <ac:spMk id="2" creationId="{6499C6F5-4B0C-6082-B0D4-656E8F2428CA}"/>
          </ac:spMkLst>
        </pc:spChg>
        <pc:spChg chg="mod">
          <ac:chgData name="Mésidor, Miceline" userId="d019297c-7565-45dc-8cd3-d965b8635e97" providerId="ADAL" clId="{9DB5E172-74AE-40BE-B059-0E1E243C2AAC}" dt="2025-12-03T15:16:18.364" v="5407" actId="20577"/>
          <ac:spMkLst>
            <pc:docMk/>
            <pc:sldMk cId="1822036035" sldId="263"/>
            <ac:spMk id="3" creationId="{A5C02125-8031-AD3D-4101-1243B8E233FD}"/>
          </ac:spMkLst>
        </pc:spChg>
        <pc:spChg chg="add mod">
          <ac:chgData name="Mésidor, Miceline" userId="d019297c-7565-45dc-8cd3-d965b8635e97" providerId="ADAL" clId="{9DB5E172-74AE-40BE-B059-0E1E243C2AAC}" dt="2025-10-07T16:05:21.017" v="3053" actId="404"/>
          <ac:spMkLst>
            <pc:docMk/>
            <pc:sldMk cId="1822036035" sldId="263"/>
            <ac:spMk id="4" creationId="{670AF720-A3C8-725E-BF0A-6DDE8ADA7AEC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1822036035" sldId="263"/>
            <ac:spMk id="6" creationId="{C2C2A1E0-7D90-E941-266B-3F3D93C0C095}"/>
          </ac:spMkLst>
        </pc:spChg>
        <pc:picChg chg="add mod">
          <ac:chgData name="Mésidor, Miceline" userId="d019297c-7565-45dc-8cd3-d965b8635e97" providerId="ADAL" clId="{9DB5E172-74AE-40BE-B059-0E1E243C2AAC}" dt="2025-10-10T18:55:44.086" v="4053"/>
          <ac:picMkLst>
            <pc:docMk/>
            <pc:sldMk cId="1822036035" sldId="263"/>
            <ac:picMk id="5" creationId="{DF727F52-68E0-B8E7-615C-2FF437E5E7AD}"/>
          </ac:picMkLst>
        </pc:picChg>
      </pc:sldChg>
      <pc:sldChg chg="addSp delSp modSp mod modNotesTx">
        <pc:chgData name="Mésidor, Miceline" userId="d019297c-7565-45dc-8cd3-d965b8635e97" providerId="ADAL" clId="{9DB5E172-74AE-40BE-B059-0E1E243C2AAC}" dt="2025-12-03T19:46:22.294" v="5434" actId="20577"/>
        <pc:sldMkLst>
          <pc:docMk/>
          <pc:sldMk cId="3992054700" sldId="264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992054700" sldId="264"/>
            <ac:spMk id="2" creationId="{90F3C4D3-4F07-5D6F-F01A-E5F004097C5C}"/>
          </ac:spMkLst>
        </pc:spChg>
        <pc:spChg chg="mod">
          <ac:chgData name="Mésidor, Miceline" userId="d019297c-7565-45dc-8cd3-d965b8635e97" providerId="ADAL" clId="{9DB5E172-74AE-40BE-B059-0E1E243C2AAC}" dt="2025-10-10T18:41:04.693" v="3546" actId="255"/>
          <ac:spMkLst>
            <pc:docMk/>
            <pc:sldMk cId="3992054700" sldId="264"/>
            <ac:spMk id="3" creationId="{71F6795F-AF15-949A-766C-2ECEA6EE3BDA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992054700" sldId="264"/>
            <ac:spMk id="6" creationId="{9FDA3622-C06B-B7DC-8193-AC89795056FE}"/>
          </ac:spMkLst>
        </pc:spChg>
        <pc:picChg chg="add mod">
          <ac:chgData name="Mésidor, Miceline" userId="d019297c-7565-45dc-8cd3-d965b8635e97" providerId="ADAL" clId="{9DB5E172-74AE-40BE-B059-0E1E243C2AAC}" dt="2025-10-10T18:55:49.187" v="4055"/>
          <ac:picMkLst>
            <pc:docMk/>
            <pc:sldMk cId="3992054700" sldId="264"/>
            <ac:picMk id="4" creationId="{92818440-49FA-3F23-B754-329D981D33F0}"/>
          </ac:picMkLst>
        </pc:picChg>
        <pc:picChg chg="mod">
          <ac:chgData name="Mésidor, Miceline" userId="d019297c-7565-45dc-8cd3-d965b8635e97" providerId="ADAL" clId="{9DB5E172-74AE-40BE-B059-0E1E243C2AAC}" dt="2025-10-10T18:41:07.278" v="3547" actId="1076"/>
          <ac:picMkLst>
            <pc:docMk/>
            <pc:sldMk cId="3992054700" sldId="264"/>
            <ac:picMk id="7" creationId="{F6ABA06C-19D8-4B54-9795-61E02EF86AD3}"/>
          </ac:picMkLst>
        </pc:picChg>
      </pc:sldChg>
      <pc:sldChg chg="addSp modSp mod modNotesTx">
        <pc:chgData name="Mésidor, Miceline" userId="d019297c-7565-45dc-8cd3-d965b8635e97" providerId="ADAL" clId="{9DB5E172-74AE-40BE-B059-0E1E243C2AAC}" dt="2025-12-03T19:46:24.251" v="5435" actId="20577"/>
        <pc:sldMkLst>
          <pc:docMk/>
          <pc:sldMk cId="3543283349" sldId="265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543283349" sldId="265"/>
            <ac:spMk id="2" creationId="{1582267C-2E71-83BF-AFDF-510B1E4572B3}"/>
          </ac:spMkLst>
        </pc:spChg>
        <pc:spChg chg="mod">
          <ac:chgData name="Mésidor, Miceline" userId="d019297c-7565-45dc-8cd3-d965b8635e97" providerId="ADAL" clId="{9DB5E172-74AE-40BE-B059-0E1E243C2AAC}" dt="2025-10-10T18:41:17.943" v="3548" actId="255"/>
          <ac:spMkLst>
            <pc:docMk/>
            <pc:sldMk cId="3543283349" sldId="265"/>
            <ac:spMk id="3" creationId="{F622A09C-A884-5152-0193-21BE13789F3D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543283349" sldId="265"/>
            <ac:spMk id="6" creationId="{80C81AF8-D238-0D04-251F-BAE9F9F377E0}"/>
          </ac:spMkLst>
        </pc:spChg>
        <pc:spChg chg="mod">
          <ac:chgData name="Mésidor, Miceline" userId="d019297c-7565-45dc-8cd3-d965b8635e97" providerId="ADAL" clId="{9DB5E172-74AE-40BE-B059-0E1E243C2AAC}" dt="2025-10-10T18:41:34.414" v="3552" actId="1076"/>
          <ac:spMkLst>
            <pc:docMk/>
            <pc:sldMk cId="3543283349" sldId="265"/>
            <ac:spMk id="13" creationId="{DE45E5C5-BB9E-7CA3-B190-66699261578D}"/>
          </ac:spMkLst>
        </pc:spChg>
        <pc:picChg chg="add mod">
          <ac:chgData name="Mésidor, Miceline" userId="d019297c-7565-45dc-8cd3-d965b8635e97" providerId="ADAL" clId="{9DB5E172-74AE-40BE-B059-0E1E243C2AAC}" dt="2025-10-10T18:55:54.679" v="4056"/>
          <ac:picMkLst>
            <pc:docMk/>
            <pc:sldMk cId="3543283349" sldId="265"/>
            <ac:picMk id="4" creationId="{6B20E191-7203-918E-C256-EF868CF6B98C}"/>
          </ac:picMkLst>
        </pc:picChg>
        <pc:picChg chg="mod">
          <ac:chgData name="Mésidor, Miceline" userId="d019297c-7565-45dc-8cd3-d965b8635e97" providerId="ADAL" clId="{9DB5E172-74AE-40BE-B059-0E1E243C2AAC}" dt="2025-10-10T18:41:22.661" v="3549" actId="1076"/>
          <ac:picMkLst>
            <pc:docMk/>
            <pc:sldMk cId="3543283349" sldId="265"/>
            <ac:picMk id="5" creationId="{08E61125-7778-DABB-E49C-4468042CE5D4}"/>
          </ac:picMkLst>
        </pc:picChg>
        <pc:cxnChg chg="mod">
          <ac:chgData name="Mésidor, Miceline" userId="d019297c-7565-45dc-8cd3-d965b8635e97" providerId="ADAL" clId="{9DB5E172-74AE-40BE-B059-0E1E243C2AAC}" dt="2025-10-10T18:41:31.065" v="3551" actId="1076"/>
          <ac:cxnSpMkLst>
            <pc:docMk/>
            <pc:sldMk cId="3543283349" sldId="265"/>
            <ac:cxnSpMk id="7" creationId="{6EFFB263-A5F1-B0C6-B15A-86DC732CC831}"/>
          </ac:cxnSpMkLst>
        </pc:cxnChg>
        <pc:cxnChg chg="mod">
          <ac:chgData name="Mésidor, Miceline" userId="d019297c-7565-45dc-8cd3-d965b8635e97" providerId="ADAL" clId="{9DB5E172-74AE-40BE-B059-0E1E243C2AAC}" dt="2025-10-10T18:41:25.177" v="3550" actId="1076"/>
          <ac:cxnSpMkLst>
            <pc:docMk/>
            <pc:sldMk cId="3543283349" sldId="265"/>
            <ac:cxnSpMk id="12" creationId="{F7B1D26F-8F5A-B7C3-5E32-712E46FF72D2}"/>
          </ac:cxnSpMkLst>
        </pc:cxnChg>
      </pc:sldChg>
      <pc:sldChg chg="addSp modSp mod modNotesTx">
        <pc:chgData name="Mésidor, Miceline" userId="d019297c-7565-45dc-8cd3-d965b8635e97" providerId="ADAL" clId="{9DB5E172-74AE-40BE-B059-0E1E243C2AAC}" dt="2025-12-03T19:46:19.827" v="5433" actId="20577"/>
        <pc:sldMkLst>
          <pc:docMk/>
          <pc:sldMk cId="216260341" sldId="266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16260341" sldId="266"/>
            <ac:spMk id="2" creationId="{E0B74012-C88D-B72A-D953-C34A06F11773}"/>
          </ac:spMkLst>
        </pc:spChg>
        <pc:spChg chg="mod">
          <ac:chgData name="Mésidor, Miceline" userId="d019297c-7565-45dc-8cd3-d965b8635e97" providerId="ADAL" clId="{9DB5E172-74AE-40BE-B059-0E1E243C2AAC}" dt="2025-10-10T18:41:47.323" v="3554" actId="14100"/>
          <ac:spMkLst>
            <pc:docMk/>
            <pc:sldMk cId="216260341" sldId="266"/>
            <ac:spMk id="3" creationId="{D9DCFB75-938B-849B-CA42-0422812E1685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16260341" sldId="266"/>
            <ac:spMk id="5" creationId="{198A2037-02DC-653A-2677-D3CBE63D9FA8}"/>
          </ac:spMkLst>
        </pc:spChg>
        <pc:spChg chg="add mod">
          <ac:chgData name="Mésidor, Miceline" userId="d019297c-7565-45dc-8cd3-d965b8635e97" providerId="ADAL" clId="{9DB5E172-74AE-40BE-B059-0E1E243C2AAC}" dt="2025-10-07T16:06:52.925" v="3087" actId="404"/>
          <ac:spMkLst>
            <pc:docMk/>
            <pc:sldMk cId="216260341" sldId="266"/>
            <ac:spMk id="6" creationId="{36FA4CB0-C988-45F4-9421-4BBBBC3A922C}"/>
          </ac:spMkLst>
        </pc:spChg>
        <pc:picChg chg="add mod">
          <ac:chgData name="Mésidor, Miceline" userId="d019297c-7565-45dc-8cd3-d965b8635e97" providerId="ADAL" clId="{9DB5E172-74AE-40BE-B059-0E1E243C2AAC}" dt="2025-10-10T18:55:56.681" v="4057"/>
          <ac:picMkLst>
            <pc:docMk/>
            <pc:sldMk cId="216260341" sldId="266"/>
            <ac:picMk id="4" creationId="{6E9D3906-B5EF-C26F-8426-F3678BF27078}"/>
          </ac:picMkLst>
        </pc:picChg>
      </pc:sldChg>
      <pc:sldChg chg="addSp modSp mod modNotesTx">
        <pc:chgData name="Mésidor, Miceline" userId="d019297c-7565-45dc-8cd3-d965b8635e97" providerId="ADAL" clId="{9DB5E172-74AE-40BE-B059-0E1E243C2AAC}" dt="2025-12-03T19:47:07.302" v="5456" actId="20577"/>
        <pc:sldMkLst>
          <pc:docMk/>
          <pc:sldMk cId="3016255972" sldId="267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016255972" sldId="267"/>
            <ac:spMk id="2" creationId="{5A870C9C-6903-AF25-EA9D-E86A75D0628A}"/>
          </ac:spMkLst>
        </pc:spChg>
        <pc:spChg chg="mod">
          <ac:chgData name="Mésidor, Miceline" userId="d019297c-7565-45dc-8cd3-d965b8635e97" providerId="ADAL" clId="{9DB5E172-74AE-40BE-B059-0E1E243C2AAC}" dt="2025-10-10T18:42:01.650" v="3556" actId="255"/>
          <ac:spMkLst>
            <pc:docMk/>
            <pc:sldMk cId="3016255972" sldId="267"/>
            <ac:spMk id="3" creationId="{B0063A39-D3C1-A297-7BFF-772D58E7D0CB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3016255972" sldId="267"/>
            <ac:spMk id="5" creationId="{FC7131C8-2DF4-7E23-EC6C-EB0BFAF70040}"/>
          </ac:spMkLst>
        </pc:spChg>
        <pc:picChg chg="add mod">
          <ac:chgData name="Mésidor, Miceline" userId="d019297c-7565-45dc-8cd3-d965b8635e97" providerId="ADAL" clId="{9DB5E172-74AE-40BE-B059-0E1E243C2AAC}" dt="2025-10-10T18:56:00.679" v="4059"/>
          <ac:picMkLst>
            <pc:docMk/>
            <pc:sldMk cId="3016255972" sldId="267"/>
            <ac:picMk id="4" creationId="{75214727-5473-682B-1EA3-A30888D33D11}"/>
          </ac:picMkLst>
        </pc:picChg>
      </pc:sldChg>
      <pc:sldChg chg="addSp delSp modSp mod modNotesTx">
        <pc:chgData name="Mésidor, Miceline" userId="d019297c-7565-45dc-8cd3-d965b8635e97" providerId="ADAL" clId="{9DB5E172-74AE-40BE-B059-0E1E243C2AAC}" dt="2025-12-03T19:47:12.304" v="5457" actId="20577"/>
        <pc:sldMkLst>
          <pc:docMk/>
          <pc:sldMk cId="645897077" sldId="268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645897077" sldId="268"/>
            <ac:spMk id="2" creationId="{E012829D-82DD-4451-4F9F-B6B194CABF96}"/>
          </ac:spMkLst>
        </pc:spChg>
        <pc:spChg chg="mod">
          <ac:chgData name="Mésidor, Miceline" userId="d019297c-7565-45dc-8cd3-d965b8635e97" providerId="ADAL" clId="{9DB5E172-74AE-40BE-B059-0E1E243C2AAC}" dt="2025-12-03T15:27:15.060" v="5427" actId="20577"/>
          <ac:spMkLst>
            <pc:docMk/>
            <pc:sldMk cId="645897077" sldId="268"/>
            <ac:spMk id="3" creationId="{33D8CC55-40C7-96EB-46D4-855502542669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645897077" sldId="268"/>
            <ac:spMk id="6" creationId="{E43E8DB8-BDEF-5442-B0C3-4A6FBF4B5078}"/>
          </ac:spMkLst>
        </pc:spChg>
        <pc:spChg chg="add mod">
          <ac:chgData name="Mésidor, Miceline" userId="d019297c-7565-45dc-8cd3-d965b8635e97" providerId="ADAL" clId="{9DB5E172-74AE-40BE-B059-0E1E243C2AAC}" dt="2025-10-10T18:42:28.396" v="3564" actId="1076"/>
          <ac:spMkLst>
            <pc:docMk/>
            <pc:sldMk cId="645897077" sldId="268"/>
            <ac:spMk id="9" creationId="{E84F683F-82A6-24E6-BFBE-F4C19C403A1A}"/>
          </ac:spMkLst>
        </pc:spChg>
        <pc:picChg chg="add mod">
          <ac:chgData name="Mésidor, Miceline" userId="d019297c-7565-45dc-8cd3-d965b8635e97" providerId="ADAL" clId="{9DB5E172-74AE-40BE-B059-0E1E243C2AAC}" dt="2025-10-10T18:56:04.063" v="4060"/>
          <ac:picMkLst>
            <pc:docMk/>
            <pc:sldMk cId="645897077" sldId="268"/>
            <ac:picMk id="4" creationId="{818BE109-C56A-04BC-243C-F27CB6F6F5A4}"/>
          </ac:picMkLst>
        </pc:picChg>
      </pc:sldChg>
      <pc:sldChg chg="modSp del mod">
        <pc:chgData name="Mésidor, Miceline" userId="d019297c-7565-45dc-8cd3-d965b8635e97" providerId="ADAL" clId="{9DB5E172-74AE-40BE-B059-0E1E243C2AAC}" dt="2025-10-07T16:04:34.923" v="3049" actId="2696"/>
        <pc:sldMkLst>
          <pc:docMk/>
          <pc:sldMk cId="3662116924" sldId="269"/>
        </pc:sldMkLst>
      </pc:sldChg>
      <pc:sldChg chg="addSp modSp mod modClrScheme modAnim chgLayout modNotesTx">
        <pc:chgData name="Mésidor, Miceline" userId="d019297c-7565-45dc-8cd3-d965b8635e97" providerId="ADAL" clId="{9DB5E172-74AE-40BE-B059-0E1E243C2AAC}" dt="2025-12-03T19:46:15.617" v="5432" actId="20577"/>
        <pc:sldMkLst>
          <pc:docMk/>
          <pc:sldMk cId="1614665493" sldId="270"/>
        </pc:sldMkLst>
        <pc:spChg chg="mod ord">
          <ac:chgData name="Mésidor, Miceline" userId="d019297c-7565-45dc-8cd3-d965b8635e97" providerId="ADAL" clId="{9DB5E172-74AE-40BE-B059-0E1E243C2AAC}" dt="2025-10-10T18:48:17.981" v="3755" actId="700"/>
          <ac:spMkLst>
            <pc:docMk/>
            <pc:sldMk cId="1614665493" sldId="270"/>
            <ac:spMk id="2" creationId="{224BA073-5F84-7661-6395-CFC7B477C279}"/>
          </ac:spMkLst>
        </pc:spChg>
        <pc:spChg chg="mod ord">
          <ac:chgData name="Mésidor, Miceline" userId="d019297c-7565-45dc-8cd3-d965b8635e97" providerId="ADAL" clId="{9DB5E172-74AE-40BE-B059-0E1E243C2AAC}" dt="2025-12-02T16:39:28.981" v="5388" actId="27636"/>
          <ac:spMkLst>
            <pc:docMk/>
            <pc:sldMk cId="1614665493" sldId="270"/>
            <ac:spMk id="3" creationId="{0E4BB235-0E3E-C2BB-5329-BADD9CE8C279}"/>
          </ac:spMkLst>
        </pc:spChg>
        <pc:spChg chg="add mod ord">
          <ac:chgData name="Mésidor, Miceline" userId="d019297c-7565-45dc-8cd3-d965b8635e97" providerId="ADAL" clId="{9DB5E172-74AE-40BE-B059-0E1E243C2AAC}" dt="2025-12-02T16:39:47.077" v="5399" actId="403"/>
          <ac:spMkLst>
            <pc:docMk/>
            <pc:sldMk cId="1614665493" sldId="270"/>
            <ac:spMk id="4" creationId="{86088BA8-43E4-A6CF-2ED9-DFAA4C07200E}"/>
          </ac:spMkLst>
        </pc:spChg>
        <pc:spChg chg="mod ord">
          <ac:chgData name="Mésidor, Miceline" userId="d019297c-7565-45dc-8cd3-d965b8635e97" providerId="ADAL" clId="{9DB5E172-74AE-40BE-B059-0E1E243C2AAC}" dt="2025-10-10T18:48:17.981" v="3755" actId="700"/>
          <ac:spMkLst>
            <pc:docMk/>
            <pc:sldMk cId="1614665493" sldId="270"/>
            <ac:spMk id="5" creationId="{C7A56477-68DE-C02E-F8D1-EB0648177BBF}"/>
          </ac:spMkLst>
        </pc:spChg>
        <pc:picChg chg="add mod">
          <ac:chgData name="Mésidor, Miceline" userId="d019297c-7565-45dc-8cd3-d965b8635e97" providerId="ADAL" clId="{9DB5E172-74AE-40BE-B059-0E1E243C2AAC}" dt="2025-10-10T18:55:58.525" v="4058"/>
          <ac:picMkLst>
            <pc:docMk/>
            <pc:sldMk cId="1614665493" sldId="270"/>
            <ac:picMk id="6" creationId="{1F4D0AD7-8609-E270-CF1C-94FDA0D4CF31}"/>
          </ac:picMkLst>
        </pc:picChg>
      </pc:sldChg>
      <pc:sldChg chg="modSp del mod">
        <pc:chgData name="Mésidor, Miceline" userId="d019297c-7565-45dc-8cd3-d965b8635e97" providerId="ADAL" clId="{9DB5E172-74AE-40BE-B059-0E1E243C2AAC}" dt="2025-10-07T16:03:53.821" v="3023" actId="2696"/>
        <pc:sldMkLst>
          <pc:docMk/>
          <pc:sldMk cId="1881133051" sldId="271"/>
        </pc:sldMkLst>
      </pc:sldChg>
      <pc:sldChg chg="addSp delSp modSp new mod modNotesTx">
        <pc:chgData name="Mésidor, Miceline" userId="d019297c-7565-45dc-8cd3-d965b8635e97" providerId="ADAL" clId="{9DB5E172-74AE-40BE-B059-0E1E243C2AAC}" dt="2025-12-03T19:46:36.961" v="5448" actId="20577"/>
        <pc:sldMkLst>
          <pc:docMk/>
          <pc:sldMk cId="1644316623" sldId="272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1644316623" sldId="272"/>
            <ac:spMk id="2" creationId="{72FA35FD-E717-BCBE-0B19-2CE2156912D3}"/>
          </ac:spMkLst>
        </pc:spChg>
        <pc:spChg chg="mod">
          <ac:chgData name="Mésidor, Miceline" userId="d019297c-7565-45dc-8cd3-d965b8635e97" providerId="ADAL" clId="{9DB5E172-74AE-40BE-B059-0E1E243C2AAC}" dt="2025-10-10T18:39:49.797" v="3542" actId="255"/>
          <ac:spMkLst>
            <pc:docMk/>
            <pc:sldMk cId="1644316623" sldId="272"/>
            <ac:spMk id="3" creationId="{223E9B3A-4D9B-2270-20F2-4619D401AEF3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1644316623" sldId="272"/>
            <ac:spMk id="6" creationId="{A772032C-E32C-FCBB-680F-D648AEBEB54C}"/>
          </ac:spMkLst>
        </pc:spChg>
        <pc:picChg chg="add mod">
          <ac:chgData name="Mésidor, Miceline" userId="d019297c-7565-45dc-8cd3-d965b8635e97" providerId="ADAL" clId="{9DB5E172-74AE-40BE-B059-0E1E243C2AAC}" dt="2025-10-10T18:55:38.500" v="4051"/>
          <ac:picMkLst>
            <pc:docMk/>
            <pc:sldMk cId="1644316623" sldId="272"/>
            <ac:picMk id="4" creationId="{D11C9EF9-9F17-62A3-5A50-1DBBDDEEFC5A}"/>
          </ac:picMkLst>
        </pc:picChg>
      </pc:sldChg>
      <pc:sldChg chg="addSp delSp modSp new del mod">
        <pc:chgData name="Mésidor, Miceline" userId="d019297c-7565-45dc-8cd3-d965b8635e97" providerId="ADAL" clId="{9DB5E172-74AE-40BE-B059-0E1E243C2AAC}" dt="2025-10-03T18:58:51.660" v="2077" actId="2696"/>
        <pc:sldMkLst>
          <pc:docMk/>
          <pc:sldMk cId="3941642228" sldId="273"/>
        </pc:sldMkLst>
      </pc:sldChg>
      <pc:sldChg chg="addSp delSp modSp new mod modNotesTx">
        <pc:chgData name="Mésidor, Miceline" userId="d019297c-7565-45dc-8cd3-d965b8635e97" providerId="ADAL" clId="{9DB5E172-74AE-40BE-B059-0E1E243C2AAC}" dt="2025-12-03T19:46:49.395" v="5452" actId="20577"/>
        <pc:sldMkLst>
          <pc:docMk/>
          <pc:sldMk cId="2261908732" sldId="274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261908732" sldId="274"/>
            <ac:spMk id="2" creationId="{8D13E1C7-238A-B80E-381E-961B49FCAEFA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261908732" sldId="274"/>
            <ac:spMk id="4" creationId="{20FCC079-2DD4-3293-4CDE-483A5FD31132}"/>
          </ac:spMkLst>
        </pc:spChg>
        <pc:spChg chg="add mod">
          <ac:chgData name="Mésidor, Miceline" userId="d019297c-7565-45dc-8cd3-d965b8635e97" providerId="ADAL" clId="{9DB5E172-74AE-40BE-B059-0E1E243C2AAC}" dt="2025-10-10T18:39:30.194" v="3540" actId="1076"/>
          <ac:spMkLst>
            <pc:docMk/>
            <pc:sldMk cId="2261908732" sldId="274"/>
            <ac:spMk id="5" creationId="{BA374B49-AC3B-61CB-AB1B-AD8CAF20A73B}"/>
          </ac:spMkLst>
        </pc:spChg>
        <pc:grpChg chg="add mod">
          <ac:chgData name="Mésidor, Miceline" userId="d019297c-7565-45dc-8cd3-d965b8635e97" providerId="ADAL" clId="{9DB5E172-74AE-40BE-B059-0E1E243C2AAC}" dt="2025-10-06T15:26:16.443" v="2590" actId="1076"/>
          <ac:grpSpMkLst>
            <pc:docMk/>
            <pc:sldMk cId="2261908732" sldId="274"/>
            <ac:grpSpMk id="10" creationId="{8C73BD8D-16DC-74D0-EA4D-9610ABAD44CA}"/>
          </ac:grpSpMkLst>
        </pc:grpChg>
        <pc:picChg chg="add mod">
          <ac:chgData name="Mésidor, Miceline" userId="d019297c-7565-45dc-8cd3-d965b8635e97" providerId="ADAL" clId="{9DB5E172-74AE-40BE-B059-0E1E243C2AAC}" dt="2025-10-10T18:55:25.113" v="4046"/>
          <ac:picMkLst>
            <pc:docMk/>
            <pc:sldMk cId="2261908732" sldId="274"/>
            <ac:picMk id="6" creationId="{D432768E-0A82-9379-EA58-6571B43FB83A}"/>
          </ac:picMkLst>
        </pc:picChg>
        <pc:picChg chg="add mod modCrop">
          <ac:chgData name="Mésidor, Miceline" userId="d019297c-7565-45dc-8cd3-d965b8635e97" providerId="ADAL" clId="{9DB5E172-74AE-40BE-B059-0E1E243C2AAC}" dt="2025-10-06T15:29:45.077" v="2600" actId="14100"/>
          <ac:picMkLst>
            <pc:docMk/>
            <pc:sldMk cId="2261908732" sldId="274"/>
            <ac:picMk id="7" creationId="{60F4327D-2310-871C-BC0A-6BFE202C3026}"/>
          </ac:picMkLst>
        </pc:picChg>
        <pc:picChg chg="add mod modCrop">
          <ac:chgData name="Mésidor, Miceline" userId="d019297c-7565-45dc-8cd3-d965b8635e97" providerId="ADAL" clId="{9DB5E172-74AE-40BE-B059-0E1E243C2AAC}" dt="2025-10-03T19:19:40.399" v="2102" actId="164"/>
          <ac:picMkLst>
            <pc:docMk/>
            <pc:sldMk cId="2261908732" sldId="274"/>
            <ac:picMk id="9" creationId="{29199129-EF46-6845-F3EF-95931C4155AF}"/>
          </ac:picMkLst>
        </pc:picChg>
      </pc:sldChg>
      <pc:sldChg chg="addSp delSp modSp new mod modNotesTx">
        <pc:chgData name="Mésidor, Miceline" userId="d019297c-7565-45dc-8cd3-d965b8635e97" providerId="ADAL" clId="{9DB5E172-74AE-40BE-B059-0E1E243C2AAC}" dt="2025-12-03T19:47:16.989" v="5459" actId="20577"/>
        <pc:sldMkLst>
          <pc:docMk/>
          <pc:sldMk cId="2129936249" sldId="275"/>
        </pc:sldMkLst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129936249" sldId="275"/>
            <ac:spMk id="2" creationId="{CBC7015A-7AEC-98CA-5996-E32B3C8F4953}"/>
          </ac:spMkLst>
        </pc:spChg>
        <pc:spChg chg="mod">
          <ac:chgData name="Mésidor, Miceline" userId="d019297c-7565-45dc-8cd3-d965b8635e97" providerId="ADAL" clId="{9DB5E172-74AE-40BE-B059-0E1E243C2AAC}" dt="2025-10-10T18:42:36.320" v="3565" actId="255"/>
          <ac:spMkLst>
            <pc:docMk/>
            <pc:sldMk cId="2129936249" sldId="275"/>
            <ac:spMk id="3" creationId="{90B1805B-253C-3030-A3EA-9539168C0B8C}"/>
          </ac:spMkLst>
        </pc:spChg>
        <pc:spChg chg="mod">
          <ac:chgData name="Mésidor, Miceline" userId="d019297c-7565-45dc-8cd3-d965b8635e97" providerId="ADAL" clId="{9DB5E172-74AE-40BE-B059-0E1E243C2AAC}" dt="2025-10-06T15:25:04.072" v="2584"/>
          <ac:spMkLst>
            <pc:docMk/>
            <pc:sldMk cId="2129936249" sldId="275"/>
            <ac:spMk id="5" creationId="{C7B2E07D-07E6-51EC-6F3D-B466BF043FCF}"/>
          </ac:spMkLst>
        </pc:spChg>
        <pc:spChg chg="add mod">
          <ac:chgData name="Mésidor, Miceline" userId="d019297c-7565-45dc-8cd3-d965b8635e97" providerId="ADAL" clId="{9DB5E172-74AE-40BE-B059-0E1E243C2AAC}" dt="2025-10-22T14:26:38.225" v="4751" actId="1076"/>
          <ac:spMkLst>
            <pc:docMk/>
            <pc:sldMk cId="2129936249" sldId="275"/>
            <ac:spMk id="6" creationId="{02D4F942-AFFC-A225-B07D-0223FD10651B}"/>
          </ac:spMkLst>
        </pc:spChg>
        <pc:spChg chg="add mod">
          <ac:chgData name="Mésidor, Miceline" userId="d019297c-7565-45dc-8cd3-d965b8635e97" providerId="ADAL" clId="{9DB5E172-74AE-40BE-B059-0E1E243C2AAC}" dt="2025-10-22T14:26:31.020" v="4750" actId="14100"/>
          <ac:spMkLst>
            <pc:docMk/>
            <pc:sldMk cId="2129936249" sldId="275"/>
            <ac:spMk id="7" creationId="{4B10751F-3C5C-52FC-5FAB-1543BCAF9781}"/>
          </ac:spMkLst>
        </pc:spChg>
        <pc:picChg chg="add mod">
          <ac:chgData name="Mésidor, Miceline" userId="d019297c-7565-45dc-8cd3-d965b8635e97" providerId="ADAL" clId="{9DB5E172-74AE-40BE-B059-0E1E243C2AAC}" dt="2025-10-10T18:56:24.299" v="4063"/>
          <ac:picMkLst>
            <pc:docMk/>
            <pc:sldMk cId="2129936249" sldId="275"/>
            <ac:picMk id="14" creationId="{E760E000-A620-E3DB-A7F2-23D5D86D8736}"/>
          </ac:picMkLst>
        </pc:picChg>
      </pc:sldChg>
      <pc:sldChg chg="addSp delSp modSp add mod modAnim modNotesTx">
        <pc:chgData name="Mésidor, Miceline" userId="d019297c-7565-45dc-8cd3-d965b8635e97" providerId="ADAL" clId="{9DB5E172-74AE-40BE-B059-0E1E243C2AAC}" dt="2025-12-03T19:46:41.057" v="5449" actId="20577"/>
        <pc:sldMkLst>
          <pc:docMk/>
          <pc:sldMk cId="4142638563" sldId="276"/>
        </pc:sldMkLst>
        <pc:spChg chg="mod">
          <ac:chgData name="Mésidor, Miceline" userId="d019297c-7565-45dc-8cd3-d965b8635e97" providerId="ADAL" clId="{9DB5E172-74AE-40BE-B059-0E1E243C2AAC}" dt="2025-10-10T18:39:15.069" v="3536" actId="255"/>
          <ac:spMkLst>
            <pc:docMk/>
            <pc:sldMk cId="4142638563" sldId="276"/>
            <ac:spMk id="3" creationId="{D2DF36BF-AAB2-C3D5-91BC-85F2C85EE267}"/>
          </ac:spMkLst>
        </pc:spChg>
        <pc:spChg chg="mod">
          <ac:chgData name="Mésidor, Miceline" userId="d019297c-7565-45dc-8cd3-d965b8635e97" providerId="ADAL" clId="{9DB5E172-74AE-40BE-B059-0E1E243C2AAC}" dt="2025-10-10T18:39:10.531" v="3535" actId="255"/>
          <ac:spMkLst>
            <pc:docMk/>
            <pc:sldMk cId="4142638563" sldId="276"/>
            <ac:spMk id="5" creationId="{C570BDA3-B207-C45F-5163-544C91A39D2D}"/>
          </ac:spMkLst>
        </pc:spChg>
        <pc:spChg chg="add mod">
          <ac:chgData name="Mésidor, Miceline" userId="d019297c-7565-45dc-8cd3-d965b8635e97" providerId="ADAL" clId="{9DB5E172-74AE-40BE-B059-0E1E243C2AAC}" dt="2025-10-09T16:29:30.759" v="3232" actId="164"/>
          <ac:spMkLst>
            <pc:docMk/>
            <pc:sldMk cId="4142638563" sldId="276"/>
            <ac:spMk id="20" creationId="{194DE381-24BF-C4D5-3842-B467E5E9D988}"/>
          </ac:spMkLst>
        </pc:spChg>
        <pc:spChg chg="add mod">
          <ac:chgData name="Mésidor, Miceline" userId="d019297c-7565-45dc-8cd3-d965b8635e97" providerId="ADAL" clId="{9DB5E172-74AE-40BE-B059-0E1E243C2AAC}" dt="2025-10-10T13:30:23.595" v="3422" actId="20577"/>
          <ac:spMkLst>
            <pc:docMk/>
            <pc:sldMk cId="4142638563" sldId="276"/>
            <ac:spMk id="23" creationId="{A9837712-58C4-1019-3075-7F66C65611A9}"/>
          </ac:spMkLst>
        </pc:spChg>
        <pc:grpChg chg="add mod">
          <ac:chgData name="Mésidor, Miceline" userId="d019297c-7565-45dc-8cd3-d965b8635e97" providerId="ADAL" clId="{9DB5E172-74AE-40BE-B059-0E1E243C2AAC}" dt="2025-10-10T18:39:17.337" v="3537" actId="1076"/>
          <ac:grpSpMkLst>
            <pc:docMk/>
            <pc:sldMk cId="4142638563" sldId="276"/>
            <ac:grpSpMk id="21" creationId="{413C8FE5-8E42-8A0D-C889-01D1586396EA}"/>
          </ac:grpSpMkLst>
        </pc:grpChg>
        <pc:picChg chg="add mod">
          <ac:chgData name="Mésidor, Miceline" userId="d019297c-7565-45dc-8cd3-d965b8635e97" providerId="ADAL" clId="{9DB5E172-74AE-40BE-B059-0E1E243C2AAC}" dt="2025-10-09T16:29:30.759" v="3232" actId="164"/>
          <ac:picMkLst>
            <pc:docMk/>
            <pc:sldMk cId="4142638563" sldId="276"/>
            <ac:picMk id="17" creationId="{D5CBA50D-31AC-4021-55A0-05B8C1ABB927}"/>
          </ac:picMkLst>
        </pc:picChg>
        <pc:picChg chg="add mod modCrop">
          <ac:chgData name="Mésidor, Miceline" userId="d019297c-7565-45dc-8cd3-d965b8635e97" providerId="ADAL" clId="{9DB5E172-74AE-40BE-B059-0E1E243C2AAC}" dt="2025-10-09T16:29:30.759" v="3232" actId="164"/>
          <ac:picMkLst>
            <pc:docMk/>
            <pc:sldMk cId="4142638563" sldId="276"/>
            <ac:picMk id="19" creationId="{2B488662-D1A4-7543-1402-0266FFF4B266}"/>
          </ac:picMkLst>
        </pc:picChg>
        <pc:picChg chg="add mod">
          <ac:chgData name="Mésidor, Miceline" userId="d019297c-7565-45dc-8cd3-d965b8635e97" providerId="ADAL" clId="{9DB5E172-74AE-40BE-B059-0E1E243C2AAC}" dt="2025-10-10T18:55:32.932" v="4049"/>
          <ac:picMkLst>
            <pc:docMk/>
            <pc:sldMk cId="4142638563" sldId="276"/>
            <ac:picMk id="24" creationId="{65D709C9-3383-B8B5-E95E-C579F693758D}"/>
          </ac:picMkLst>
        </pc:picChg>
      </pc:sldChg>
      <pc:sldChg chg="addSp delSp modSp new mod modClrScheme modAnim chgLayout modNotesTx">
        <pc:chgData name="Mésidor, Miceline" userId="d019297c-7565-45dc-8cd3-d965b8635e97" providerId="ADAL" clId="{9DB5E172-74AE-40BE-B059-0E1E243C2AAC}" dt="2025-12-03T19:46:28.573" v="5444" actId="20577"/>
        <pc:sldMkLst>
          <pc:docMk/>
          <pc:sldMk cId="2979514738" sldId="277"/>
        </pc:sldMkLst>
        <pc:spChg chg="mod ord">
          <ac:chgData name="Mésidor, Miceline" userId="d019297c-7565-45dc-8cd3-d965b8635e97" providerId="ADAL" clId="{9DB5E172-74AE-40BE-B059-0E1E243C2AAC}" dt="2025-10-10T18:46:55.366" v="3723" actId="700"/>
          <ac:spMkLst>
            <pc:docMk/>
            <pc:sldMk cId="2979514738" sldId="277"/>
            <ac:spMk id="2" creationId="{44E65EFF-18E9-5EA6-FE7E-4F8097643A7F}"/>
          </ac:spMkLst>
        </pc:spChg>
        <pc:spChg chg="mod ord">
          <ac:chgData name="Mésidor, Miceline" userId="d019297c-7565-45dc-8cd3-d965b8635e97" providerId="ADAL" clId="{9DB5E172-74AE-40BE-B059-0E1E243C2AAC}" dt="2025-10-10T18:46:55.366" v="3723" actId="700"/>
          <ac:spMkLst>
            <pc:docMk/>
            <pc:sldMk cId="2979514738" sldId="277"/>
            <ac:spMk id="4" creationId="{7E0D935F-2D02-32B9-01A0-E3996DD8060A}"/>
          </ac:spMkLst>
        </pc:spChg>
        <pc:spChg chg="add mod ord">
          <ac:chgData name="Mésidor, Miceline" userId="d019297c-7565-45dc-8cd3-d965b8635e97" providerId="ADAL" clId="{9DB5E172-74AE-40BE-B059-0E1E243C2AAC}" dt="2025-10-10T18:59:05.302" v="4074" actId="207"/>
          <ac:spMkLst>
            <pc:docMk/>
            <pc:sldMk cId="2979514738" sldId="277"/>
            <ac:spMk id="6" creationId="{81B1EFD2-F4EA-D5D0-5FC9-5FB1CAEB6AC0}"/>
          </ac:spMkLst>
        </pc:spChg>
        <pc:spChg chg="add mod ord">
          <ac:chgData name="Mésidor, Miceline" userId="d019297c-7565-45dc-8cd3-d965b8635e97" providerId="ADAL" clId="{9DB5E172-74AE-40BE-B059-0E1E243C2AAC}" dt="2025-10-10T18:58:22.396" v="4071" actId="113"/>
          <ac:spMkLst>
            <pc:docMk/>
            <pc:sldMk cId="2979514738" sldId="277"/>
            <ac:spMk id="7" creationId="{C8491858-D942-0EF7-281F-AE65B8759A88}"/>
          </ac:spMkLst>
        </pc:spChg>
        <pc:picChg chg="add mod">
          <ac:chgData name="Mésidor, Miceline" userId="d019297c-7565-45dc-8cd3-d965b8635e97" providerId="ADAL" clId="{9DB5E172-74AE-40BE-B059-0E1E243C2AAC}" dt="2025-10-10T18:55:46.903" v="4054"/>
          <ac:picMkLst>
            <pc:docMk/>
            <pc:sldMk cId="2979514738" sldId="277"/>
            <ac:picMk id="9" creationId="{851E8640-A5F2-BA93-07BB-B41B8F5DCA62}"/>
          </ac:picMkLst>
        </pc:picChg>
      </pc:sldChg>
      <pc:sldChg chg="addSp delSp modSp new mod modClrScheme modAnim chgLayout modNotesTx">
        <pc:chgData name="Mésidor, Miceline" userId="d019297c-7565-45dc-8cd3-d965b8635e97" providerId="ADAL" clId="{9DB5E172-74AE-40BE-B059-0E1E243C2AAC}" dt="2025-12-03T19:47:15.071" v="5458" actId="20577"/>
        <pc:sldMkLst>
          <pc:docMk/>
          <pc:sldMk cId="2274757926" sldId="278"/>
        </pc:sldMkLst>
        <pc:spChg chg="mod ord">
          <ac:chgData name="Mésidor, Miceline" userId="d019297c-7565-45dc-8cd3-d965b8635e97" providerId="ADAL" clId="{9DB5E172-74AE-40BE-B059-0E1E243C2AAC}" dt="2025-10-10T18:50:14.511" v="3839" actId="700"/>
          <ac:spMkLst>
            <pc:docMk/>
            <pc:sldMk cId="2274757926" sldId="278"/>
            <ac:spMk id="2" creationId="{DAC262B4-3D04-2BD3-0FBE-C2334DECC45D}"/>
          </ac:spMkLst>
        </pc:spChg>
        <pc:spChg chg="mod ord">
          <ac:chgData name="Mésidor, Miceline" userId="d019297c-7565-45dc-8cd3-d965b8635e97" providerId="ADAL" clId="{9DB5E172-74AE-40BE-B059-0E1E243C2AAC}" dt="2025-10-10T18:50:14.511" v="3839" actId="700"/>
          <ac:spMkLst>
            <pc:docMk/>
            <pc:sldMk cId="2274757926" sldId="278"/>
            <ac:spMk id="4" creationId="{9476B1A9-2E31-FB38-C8DE-0FCA47D1D142}"/>
          </ac:spMkLst>
        </pc:spChg>
        <pc:spChg chg="add mod ord">
          <ac:chgData name="Mésidor, Miceline" userId="d019297c-7565-45dc-8cd3-d965b8635e97" providerId="ADAL" clId="{9DB5E172-74AE-40BE-B059-0E1E243C2AAC}" dt="2025-10-10T19:07:16.857" v="4093" actId="20577"/>
          <ac:spMkLst>
            <pc:docMk/>
            <pc:sldMk cId="2274757926" sldId="278"/>
            <ac:spMk id="5" creationId="{B60419B3-E6FB-2B90-6E03-E160103DE378}"/>
          </ac:spMkLst>
        </pc:spChg>
        <pc:spChg chg="add mod ord">
          <ac:chgData name="Mésidor, Miceline" userId="d019297c-7565-45dc-8cd3-d965b8635e97" providerId="ADAL" clId="{9DB5E172-74AE-40BE-B059-0E1E243C2AAC}" dt="2025-10-10T18:50:28.701" v="3843" actId="255"/>
          <ac:spMkLst>
            <pc:docMk/>
            <pc:sldMk cId="2274757926" sldId="278"/>
            <ac:spMk id="6" creationId="{B0450EA2-B148-5757-E188-415800F2D63B}"/>
          </ac:spMkLst>
        </pc:spChg>
        <pc:picChg chg="add mod">
          <ac:chgData name="Mésidor, Miceline" userId="d019297c-7565-45dc-8cd3-d965b8635e97" providerId="ADAL" clId="{9DB5E172-74AE-40BE-B059-0E1E243C2AAC}" dt="2025-10-10T18:56:21.552" v="4062"/>
          <ac:picMkLst>
            <pc:docMk/>
            <pc:sldMk cId="2274757926" sldId="278"/>
            <ac:picMk id="7" creationId="{ABDC175C-1317-7AFE-2E25-9AEE2E9FCDF9}"/>
          </ac:picMkLst>
        </pc:picChg>
      </pc:sldChg>
      <pc:sldChg chg="new del">
        <pc:chgData name="Mésidor, Miceline" userId="d019297c-7565-45dc-8cd3-d965b8635e97" providerId="ADAL" clId="{9DB5E172-74AE-40BE-B059-0E1E243C2AAC}" dt="2025-11-04T17:28:32.457" v="5128" actId="2696"/>
        <pc:sldMkLst>
          <pc:docMk/>
          <pc:sldMk cId="508576968" sldId="279"/>
        </pc:sldMkLst>
      </pc:sldChg>
      <pc:sldChg chg="add del">
        <pc:chgData name="Mésidor, Miceline" userId="d019297c-7565-45dc-8cd3-d965b8635e97" providerId="ADAL" clId="{9DB5E172-74AE-40BE-B059-0E1E243C2AAC}" dt="2025-11-04T17:24:20.014" v="5126" actId="2696"/>
        <pc:sldMkLst>
          <pc:docMk/>
          <pc:sldMk cId="2569613764" sldId="280"/>
        </pc:sldMkLst>
      </pc:sldChg>
      <pc:sldChg chg="addSp delSp modSp add mod modNotesTx">
        <pc:chgData name="Mésidor, Miceline" userId="d019297c-7565-45dc-8cd3-d965b8635e97" providerId="ADAL" clId="{9DB5E172-74AE-40BE-B059-0E1E243C2AAC}" dt="2025-12-03T19:46:11.298" v="5430" actId="20577"/>
        <pc:sldMkLst>
          <pc:docMk/>
          <pc:sldMk cId="2295717042" sldId="281"/>
        </pc:sldMkLst>
        <pc:spChg chg="mod">
          <ac:chgData name="Mésidor, Miceline" userId="d019297c-7565-45dc-8cd3-d965b8635e97" providerId="ADAL" clId="{9DB5E172-74AE-40BE-B059-0E1E243C2AAC}" dt="2025-11-14T18:56:46.496" v="5177" actId="20577"/>
          <ac:spMkLst>
            <pc:docMk/>
            <pc:sldMk cId="2295717042" sldId="281"/>
            <ac:spMk id="6" creationId="{836451E6-43D9-6BC6-AF71-CC4C87ADB908}"/>
          </ac:spMkLst>
        </pc:spChg>
        <pc:spChg chg="add mod">
          <ac:chgData name="Mésidor, Miceline" userId="d019297c-7565-45dc-8cd3-d965b8635e97" providerId="ADAL" clId="{9DB5E172-74AE-40BE-B059-0E1E243C2AAC}" dt="2025-10-22T14:27:00.819" v="4754" actId="14100"/>
          <ac:spMkLst>
            <pc:docMk/>
            <pc:sldMk cId="2295717042" sldId="281"/>
            <ac:spMk id="9" creationId="{DD8BBA6C-9EC6-326C-71BF-F2723B30826C}"/>
          </ac:spMkLst>
        </pc:spChg>
      </pc:sldChg>
      <pc:sldChg chg="delSp modSp add mod modNotesTx">
        <pc:chgData name="Mésidor, Miceline" userId="d019297c-7565-45dc-8cd3-d965b8635e97" providerId="ADAL" clId="{9DB5E172-74AE-40BE-B059-0E1E243C2AAC}" dt="2025-12-03T19:46:13.617" v="5431" actId="20577"/>
        <pc:sldMkLst>
          <pc:docMk/>
          <pc:sldMk cId="2295284347" sldId="282"/>
        </pc:sldMkLst>
        <pc:spChg chg="mod">
          <ac:chgData name="Mésidor, Miceline" userId="d019297c-7565-45dc-8cd3-d965b8635e97" providerId="ADAL" clId="{9DB5E172-74AE-40BE-B059-0E1E243C2AAC}" dt="2025-10-22T14:27:14.021" v="4756" actId="6549"/>
          <ac:spMkLst>
            <pc:docMk/>
            <pc:sldMk cId="2295284347" sldId="282"/>
            <ac:spMk id="3" creationId="{C8180C20-AF31-8DA9-BD4C-4C984B437B94}"/>
          </ac:spMkLst>
        </pc:spChg>
        <pc:spChg chg="mod">
          <ac:chgData name="Mésidor, Miceline" userId="d019297c-7565-45dc-8cd3-d965b8635e97" providerId="ADAL" clId="{9DB5E172-74AE-40BE-B059-0E1E243C2AAC}" dt="2025-10-22T14:19:36.272" v="4650" actId="20577"/>
          <ac:spMkLst>
            <pc:docMk/>
            <pc:sldMk cId="2295284347" sldId="282"/>
            <ac:spMk id="6" creationId="{CBFDAC15-A19D-3B62-E90C-4D28DC478DD5}"/>
          </ac:spMkLst>
        </pc:spChg>
        <pc:spChg chg="mod">
          <ac:chgData name="Mésidor, Miceline" userId="d019297c-7565-45dc-8cd3-d965b8635e97" providerId="ADAL" clId="{9DB5E172-74AE-40BE-B059-0E1E243C2AAC}" dt="2025-10-22T14:26:53.187" v="4752" actId="14100"/>
          <ac:spMkLst>
            <pc:docMk/>
            <pc:sldMk cId="2295284347" sldId="282"/>
            <ac:spMk id="7" creationId="{D4F7C896-3515-2803-5FFE-E1318F9FDF42}"/>
          </ac:spMkLst>
        </pc:spChg>
      </pc:sldChg>
      <pc:sldChg chg="modSp add mod ord">
        <pc:chgData name="Mésidor, Miceline" userId="d019297c-7565-45dc-8cd3-d965b8635e97" providerId="ADAL" clId="{9DB5E172-74AE-40BE-B059-0E1E243C2AAC}" dt="2025-10-22T14:42:39.451" v="5004" actId="20577"/>
        <pc:sldMkLst>
          <pc:docMk/>
          <pc:sldMk cId="2601670239" sldId="283"/>
        </pc:sldMkLst>
        <pc:spChg chg="mod">
          <ac:chgData name="Mésidor, Miceline" userId="d019297c-7565-45dc-8cd3-d965b8635e97" providerId="ADAL" clId="{9DB5E172-74AE-40BE-B059-0E1E243C2AAC}" dt="2025-10-22T14:42:39.451" v="5004" actId="20577"/>
          <ac:spMkLst>
            <pc:docMk/>
            <pc:sldMk cId="2601670239" sldId="283"/>
            <ac:spMk id="6" creationId="{2EA89080-058A-41A0-3C68-04CCC7120662}"/>
          </ac:spMkLst>
        </pc:spChg>
        <pc:spChg chg="mod">
          <ac:chgData name="Mésidor, Miceline" userId="d019297c-7565-45dc-8cd3-d965b8635e97" providerId="ADAL" clId="{9DB5E172-74AE-40BE-B059-0E1E243C2AAC}" dt="2025-10-22T14:39:24.446" v="4950" actId="108"/>
          <ac:spMkLst>
            <pc:docMk/>
            <pc:sldMk cId="2601670239" sldId="283"/>
            <ac:spMk id="7" creationId="{E30D3AC0-A4B1-9279-37C1-786CC9235F7D}"/>
          </ac:spMkLst>
        </pc:spChg>
      </pc:sldChg>
      <pc:sldChg chg="addSp modSp add mod">
        <pc:chgData name="Mésidor, Miceline" userId="d019297c-7565-45dc-8cd3-d965b8635e97" providerId="ADAL" clId="{9DB5E172-74AE-40BE-B059-0E1E243C2AAC}" dt="2025-11-21T16:00:58.055" v="5241" actId="208"/>
        <pc:sldMkLst>
          <pc:docMk/>
          <pc:sldMk cId="1598456378" sldId="284"/>
        </pc:sldMkLst>
        <pc:spChg chg="add mod">
          <ac:chgData name="Mésidor, Miceline" userId="d019297c-7565-45dc-8cd3-d965b8635e97" providerId="ADAL" clId="{9DB5E172-74AE-40BE-B059-0E1E243C2AAC}" dt="2025-11-21T16:00:58.055" v="5241" actId="208"/>
          <ac:spMkLst>
            <pc:docMk/>
            <pc:sldMk cId="1598456378" sldId="284"/>
            <ac:spMk id="4" creationId="{A6308BD0-A961-2718-B591-5D8F16F5AC02}"/>
          </ac:spMkLst>
        </pc:spChg>
        <pc:spChg chg="mod">
          <ac:chgData name="Mésidor, Miceline" userId="d019297c-7565-45dc-8cd3-d965b8635e97" providerId="ADAL" clId="{9DB5E172-74AE-40BE-B059-0E1E243C2AAC}" dt="2025-10-22T14:36:37.616" v="4929" actId="20577"/>
          <ac:spMkLst>
            <pc:docMk/>
            <pc:sldMk cId="1598456378" sldId="284"/>
            <ac:spMk id="6" creationId="{C29DBB57-5676-45E3-C529-BD1AFA4D95E1}"/>
          </ac:spMkLst>
        </pc:spChg>
        <pc:spChg chg="mod">
          <ac:chgData name="Mésidor, Miceline" userId="d019297c-7565-45dc-8cd3-d965b8635e97" providerId="ADAL" clId="{9DB5E172-74AE-40BE-B059-0E1E243C2AAC}" dt="2025-10-22T14:31:47.396" v="4837" actId="20577"/>
          <ac:spMkLst>
            <pc:docMk/>
            <pc:sldMk cId="1598456378" sldId="284"/>
            <ac:spMk id="9" creationId="{3745660F-83B4-7BE0-1F58-4A7360DCD163}"/>
          </ac:spMkLst>
        </pc:spChg>
      </pc:sldChg>
      <pc:sldChg chg="modSp add del mod modNotesTx">
        <pc:chgData name="Mésidor, Miceline" userId="d019297c-7565-45dc-8cd3-d965b8635e97" providerId="ADAL" clId="{9DB5E172-74AE-40BE-B059-0E1E243C2AAC}" dt="2025-12-03T19:46:05.446" v="5429" actId="20577"/>
        <pc:sldMkLst>
          <pc:docMk/>
          <pc:sldMk cId="2392652609" sldId="285"/>
        </pc:sldMkLst>
        <pc:spChg chg="mod">
          <ac:chgData name="Mésidor, Miceline" userId="d019297c-7565-45dc-8cd3-d965b8635e97" providerId="ADAL" clId="{9DB5E172-74AE-40BE-B059-0E1E243C2AAC}" dt="2025-11-04T17:28:26.047" v="5127" actId="6549"/>
          <ac:spMkLst>
            <pc:docMk/>
            <pc:sldMk cId="2392652609" sldId="285"/>
            <ac:spMk id="6" creationId="{AC1BEAC6-F166-C1FB-B38A-A55E4FA1328F}"/>
          </ac:spMkLst>
        </pc:spChg>
        <pc:spChg chg="mod">
          <ac:chgData name="Mésidor, Miceline" userId="d019297c-7565-45dc-8cd3-d965b8635e97" providerId="ADAL" clId="{9DB5E172-74AE-40BE-B059-0E1E243C2AAC}" dt="2025-10-22T14:43:16.428" v="5028" actId="20577"/>
          <ac:spMkLst>
            <pc:docMk/>
            <pc:sldMk cId="2392652609" sldId="285"/>
            <ac:spMk id="7" creationId="{50424951-3A4C-3A45-0A53-F7217CE87D2E}"/>
          </ac:spMkLst>
        </pc:spChg>
      </pc:sldChg>
      <pc:sldChg chg="addSp delSp modSp new mod ord modNotesTx">
        <pc:chgData name="Mésidor, Miceline" userId="d019297c-7565-45dc-8cd3-d965b8635e97" providerId="ADAL" clId="{9DB5E172-74AE-40BE-B059-0E1E243C2AAC}" dt="2025-12-03T19:46:53.039" v="5454" actId="20577"/>
        <pc:sldMkLst>
          <pc:docMk/>
          <pc:sldMk cId="3437481594" sldId="286"/>
        </pc:sldMkLst>
        <pc:spChg chg="mod">
          <ac:chgData name="Mésidor, Miceline" userId="d019297c-7565-45dc-8cd3-d965b8635e97" providerId="ADAL" clId="{9DB5E172-74AE-40BE-B059-0E1E243C2AAC}" dt="2025-11-13T13:23:38.377" v="5150" actId="20577"/>
          <ac:spMkLst>
            <pc:docMk/>
            <pc:sldMk cId="3437481594" sldId="286"/>
            <ac:spMk id="2" creationId="{5A538388-04BF-B99C-5E4E-FA69C0D32151}"/>
          </ac:spMkLst>
        </pc:spChg>
        <pc:picChg chg="add mod">
          <ac:chgData name="Mésidor, Miceline" userId="d019297c-7565-45dc-8cd3-d965b8635e97" providerId="ADAL" clId="{9DB5E172-74AE-40BE-B059-0E1E243C2AAC}" dt="2025-11-13T13:22:45.003" v="5133" actId="1076"/>
          <ac:picMkLst>
            <pc:docMk/>
            <pc:sldMk cId="3437481594" sldId="286"/>
            <ac:picMk id="6" creationId="{C06D938B-485D-AF77-32F8-119704BB87E8}"/>
          </ac:picMkLst>
        </pc:picChg>
      </pc:sldChg>
      <pc:sldChg chg="modSp new mod modNotesTx">
        <pc:chgData name="Mésidor, Miceline" userId="d019297c-7565-45dc-8cd3-d965b8635e97" providerId="ADAL" clId="{9DB5E172-74AE-40BE-B059-0E1E243C2AAC}" dt="2025-12-03T19:46:54.563" v="5455" actId="20577"/>
        <pc:sldMkLst>
          <pc:docMk/>
          <pc:sldMk cId="834752248" sldId="287"/>
        </pc:sldMkLst>
        <pc:spChg chg="mod">
          <ac:chgData name="Mésidor, Miceline" userId="d019297c-7565-45dc-8cd3-d965b8635e97" providerId="ADAL" clId="{9DB5E172-74AE-40BE-B059-0E1E243C2AAC}" dt="2025-11-21T14:57:11.214" v="5239" actId="20577"/>
          <ac:spMkLst>
            <pc:docMk/>
            <pc:sldMk cId="834752248" sldId="287"/>
            <ac:spMk id="2" creationId="{2CD6B81B-07B0-1793-9B72-CB8089A37D1D}"/>
          </ac:spMkLst>
        </pc:spChg>
        <pc:spChg chg="mod">
          <ac:chgData name="Mésidor, Miceline" userId="d019297c-7565-45dc-8cd3-d965b8635e97" providerId="ADAL" clId="{9DB5E172-74AE-40BE-B059-0E1E243C2AAC}" dt="2025-11-21T14:31:14.580" v="5236" actId="20577"/>
          <ac:spMkLst>
            <pc:docMk/>
            <pc:sldMk cId="834752248" sldId="287"/>
            <ac:spMk id="3" creationId="{7BBE593F-93F7-7DEA-4011-1F854888DCD6}"/>
          </ac:spMkLst>
        </pc:spChg>
      </pc:sldChg>
      <pc:sldChg chg="addSp delSp modSp new del mod">
        <pc:chgData name="Mésidor, Miceline" userId="d019297c-7565-45dc-8cd3-d965b8635e97" providerId="ADAL" clId="{9DB5E172-74AE-40BE-B059-0E1E243C2AAC}" dt="2025-11-26T17:14:11.021" v="5249" actId="680"/>
        <pc:sldMkLst>
          <pc:docMk/>
          <pc:sldMk cId="2667144831" sldId="288"/>
        </pc:sldMkLst>
      </pc:sldChg>
      <pc:sldChg chg="delSp modSp new mod">
        <pc:chgData name="Mésidor, Miceline" userId="d019297c-7565-45dc-8cd3-d965b8635e97" providerId="ADAL" clId="{9DB5E172-74AE-40BE-B059-0E1E243C2AAC}" dt="2025-12-02T14:12:56.942" v="5266" actId="1076"/>
        <pc:sldMkLst>
          <pc:docMk/>
          <pc:sldMk cId="2822493556" sldId="288"/>
        </pc:sldMkLst>
        <pc:spChg chg="mod">
          <ac:chgData name="Mésidor, Miceline" userId="d019297c-7565-45dc-8cd3-d965b8635e97" providerId="ADAL" clId="{9DB5E172-74AE-40BE-B059-0E1E243C2AAC}" dt="2025-12-02T14:12:56.942" v="5266" actId="1076"/>
          <ac:spMkLst>
            <pc:docMk/>
            <pc:sldMk cId="2822493556" sldId="288"/>
            <ac:spMk id="2" creationId="{3E6D9108-AB1A-D1E0-1B4A-E4C584D04BC4}"/>
          </ac:spMkLst>
        </pc:spChg>
        <pc:spChg chg="del">
          <ac:chgData name="Mésidor, Miceline" userId="d019297c-7565-45dc-8cd3-d965b8635e97" providerId="ADAL" clId="{9DB5E172-74AE-40BE-B059-0E1E243C2AAC}" dt="2025-12-02T14:12:38.600" v="5253" actId="478"/>
          <ac:spMkLst>
            <pc:docMk/>
            <pc:sldMk cId="2822493556" sldId="288"/>
            <ac:spMk id="3" creationId="{9BD557A5-9CA5-6962-5886-5E87ED76DC99}"/>
          </ac:spMkLst>
        </pc:spChg>
      </pc:sldChg>
      <pc:sldChg chg="modSp add mod modNotesTx">
        <pc:chgData name="Mésidor, Miceline" userId="d019297c-7565-45dc-8cd3-d965b8635e97" providerId="ADAL" clId="{9DB5E172-74AE-40BE-B059-0E1E243C2AAC}" dt="2025-12-02T16:35:26.852" v="5357" actId="6549"/>
        <pc:sldMkLst>
          <pc:docMk/>
          <pc:sldMk cId="3751201711" sldId="289"/>
        </pc:sldMkLst>
        <pc:spChg chg="mod">
          <ac:chgData name="Mésidor, Miceline" userId="d019297c-7565-45dc-8cd3-d965b8635e97" providerId="ADAL" clId="{9DB5E172-74AE-40BE-B059-0E1E243C2AAC}" dt="2025-12-02T16:34:47.541" v="5340" actId="6549"/>
          <ac:spMkLst>
            <pc:docMk/>
            <pc:sldMk cId="3751201711" sldId="289"/>
            <ac:spMk id="3" creationId="{C203E023-669F-E617-F145-F0B3538A9C4F}"/>
          </ac:spMkLst>
        </pc:spChg>
        <pc:spChg chg="mod">
          <ac:chgData name="Mésidor, Miceline" userId="d019297c-7565-45dc-8cd3-d965b8635e97" providerId="ADAL" clId="{9DB5E172-74AE-40BE-B059-0E1E243C2AAC}" dt="2025-12-02T16:35:19.558" v="5356" actId="20577"/>
          <ac:spMkLst>
            <pc:docMk/>
            <pc:sldMk cId="3751201711" sldId="289"/>
            <ac:spMk id="6" creationId="{393F71DA-7FA0-2E91-0521-E28CD377FA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5E42C-4155-4ABA-986D-68CCA7DADE1E}" type="datetimeFigureOut">
              <a:rPr lang="fr-CA" smtClean="0"/>
              <a:t>2025-11-28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A9204-6D9B-45CE-99E4-600D7016429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802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4187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2373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9888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0783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6417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126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8306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2620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9611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8519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0357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9778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3851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987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64410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95605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69C7-9A48-C6C1-A0D1-CE5B5B19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73A311-2917-37D3-3245-7FAD0D51E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D16E70-833D-1601-37D8-D5CB952DD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EC6512-7C30-A81C-8E04-77B4341B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9112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4354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3854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1224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3975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6446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61619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9386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03553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9204-6D9B-45CE-99E4-600D70164293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7873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757C-6E7D-4A04-9E78-9EF05327E959}" type="datetime1">
              <a:rPr lang="fr-CA" smtClean="0"/>
              <a:t>2025-11-28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8620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02E-8710-44EB-B867-945023176E39}" type="datetime1">
              <a:rPr lang="fr-CA" smtClean="0"/>
              <a:t>2025-11-28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654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D752-1036-406F-9DAC-A08AD591F3E4}" type="datetime1">
              <a:rPr lang="fr-CA" smtClean="0"/>
              <a:t>2025-11-28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10752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5D6-4B02-4ADB-A8A3-1ED1BBD75F8E}" type="datetime1">
              <a:rPr lang="fr-CA" smtClean="0"/>
              <a:t>2025-11-28</a:t>
            </a:fld>
            <a:endParaRPr lang="fr-C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7337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F340-C8C6-40F0-A2DE-1AF461EB7278}" type="datetime1">
              <a:rPr lang="fr-CA" smtClean="0"/>
              <a:t>2025-11-28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433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D3F-FFDB-4FBA-A326-4593BB87EB5F}" type="datetime1">
              <a:rPr lang="fr-CA" smtClean="0"/>
              <a:t>2025-11-28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144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FC03-67AE-48A8-BA65-D758E186A205}" type="datetime1">
              <a:rPr lang="fr-CA" smtClean="0"/>
              <a:t>2025-11-28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605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E478-98C5-4E9C-9CCB-F2DFB9BB0AAE}" type="datetime1">
              <a:rPr lang="fr-CA" smtClean="0"/>
              <a:t>2025-11-28</a:t>
            </a:fld>
            <a:endParaRPr lang="fr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fr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828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62A995A-E792-4F5E-836A-D176FE06607D}" type="datetime1">
              <a:rPr lang="fr-CA" smtClean="0"/>
              <a:t>2025-11-28</a:t>
            </a:fld>
            <a:endParaRPr lang="fr-C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fr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4218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BCF6-BEBF-4C45-87A0-B266047BADBD}" type="datetime1">
              <a:rPr lang="fr-CA" smtClean="0"/>
              <a:t>2025-11-28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0801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EFF0F-3AC0-45DD-9C6A-C2499AFE241A}" type="datetime1">
              <a:rPr lang="fr-CA" smtClean="0"/>
              <a:t>2025-11-28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568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274F340-C8C6-40F0-A2DE-1AF461EB7278}" type="datetime1">
              <a:rPr lang="fr-CA" smtClean="0"/>
              <a:t>2025-11-28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9B31148-FC8D-4BA7-8E33-B3075D7E22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837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61468B-EF51-D94D-2AAF-3A0DFB735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Use of causal </a:t>
            </a:r>
            <a:r>
              <a:rPr lang="fr-FR" dirty="0" err="1"/>
              <a:t>inference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in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8921BA-57FA-F465-9935-7E77E9C98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739" y="3962531"/>
            <a:ext cx="10075682" cy="1655762"/>
          </a:xfrm>
        </p:spPr>
        <p:txBody>
          <a:bodyPr/>
          <a:lstStyle/>
          <a:p>
            <a:endParaRPr lang="fr-FR" b="1" dirty="0"/>
          </a:p>
          <a:p>
            <a:r>
              <a:rPr lang="fr-FR" sz="2400" b="1" dirty="0">
                <a:solidFill>
                  <a:schemeClr val="bg1"/>
                </a:solidFill>
              </a:rPr>
              <a:t>Miceline Mésidor</a:t>
            </a:r>
            <a:r>
              <a:rPr lang="fr-FR" sz="2400" dirty="0">
                <a:solidFill>
                  <a:schemeClr val="bg1"/>
                </a:solidFill>
              </a:rPr>
              <a:t>, Institut national de la recherche scientifique, Canada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Alex </a:t>
            </a:r>
            <a:r>
              <a:rPr lang="fr-FR" sz="2400" b="1" dirty="0" err="1">
                <a:solidFill>
                  <a:schemeClr val="bg1"/>
                </a:solidFill>
              </a:rPr>
              <a:t>Keil</a:t>
            </a:r>
            <a:r>
              <a:rPr lang="fr-FR" sz="2400" dirty="0">
                <a:solidFill>
                  <a:schemeClr val="bg1"/>
                </a:solidFill>
              </a:rPr>
              <a:t>, National Cancer Institute, USA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784D78-7A65-9BAC-806C-B8AE5AEF0BDA}"/>
              </a:ext>
            </a:extLst>
          </p:cNvPr>
          <p:cNvSpPr txBox="1"/>
          <p:nvPr/>
        </p:nvSpPr>
        <p:spPr>
          <a:xfrm>
            <a:off x="8826631" y="5863472"/>
            <a:ext cx="336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December</a:t>
            </a:r>
            <a:r>
              <a:rPr lang="fr-FR" dirty="0">
                <a:solidFill>
                  <a:schemeClr val="bg1"/>
                </a:solidFill>
              </a:rPr>
              <a:t> 3, 2025</a:t>
            </a:r>
            <a:endParaRPr lang="fr-CA" dirty="0">
              <a:solidFill>
                <a:schemeClr val="bg1"/>
              </a:solidFill>
            </a:endParaRPr>
          </a:p>
        </p:txBody>
      </p:sp>
      <p:pic>
        <p:nvPicPr>
          <p:cNvPr id="1026" name="Picture 2" descr="Logo and visual identity | INRS">
            <a:extLst>
              <a:ext uri="{FF2B5EF4-FFF2-40B4-BE49-F238E27FC236}">
                <a16:creationId xmlns:a16="http://schemas.microsoft.com/office/drawing/2014/main" id="{9BA5F200-A667-9632-B464-E973D2671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67" y="240481"/>
            <a:ext cx="2405341" cy="146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43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6B81B-07B0-1793-9B72-CB8089A37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ConflictS</a:t>
            </a:r>
            <a:r>
              <a:rPr lang="fr-FR" dirty="0"/>
              <a:t> of </a:t>
            </a:r>
            <a:r>
              <a:rPr lang="fr-FR" dirty="0" err="1"/>
              <a:t>interest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BE593F-93F7-7DEA-4011-1F854888D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FR" sz="2400" dirty="0"/>
          </a:p>
          <a:p>
            <a:pPr marL="0" indent="0" algn="ctr">
              <a:buNone/>
            </a:pPr>
            <a:endParaRPr lang="fr-FR" sz="2400" dirty="0"/>
          </a:p>
          <a:p>
            <a:pPr marL="0" indent="0" algn="ctr">
              <a:buNone/>
            </a:pPr>
            <a:r>
              <a:rPr lang="fr-FR" sz="2400" dirty="0"/>
              <a:t>NONE</a:t>
            </a:r>
            <a:endParaRPr lang="fr-CA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FEE56A-FE64-B14C-956F-6EFDCAE9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475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38388-04BF-B99C-5E4E-FA69C0D3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Acknowledgement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E8B112-827A-12D3-324F-2321E782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3</a:t>
            </a:fld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6D938B-485D-AF77-32F8-119704BB8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213" y="2779001"/>
            <a:ext cx="6458510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8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F848B-C82D-4582-833C-1F0CB3F0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C945A6-2EB7-7C61-981D-FA8FEFA4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Motivation</a:t>
            </a:r>
          </a:p>
          <a:p>
            <a:r>
              <a:rPr lang="fr-FR" sz="2000" dirty="0"/>
              <a:t>Brief introduction of case-control </a:t>
            </a:r>
            <a:r>
              <a:rPr lang="fr-FR" sz="2000" dirty="0" err="1"/>
              <a:t>studies</a:t>
            </a:r>
            <a:endParaRPr lang="fr-FR" sz="2000" dirty="0"/>
          </a:p>
          <a:p>
            <a:r>
              <a:rPr lang="fr-FR" sz="2000" dirty="0" err="1"/>
              <a:t>Review</a:t>
            </a:r>
            <a:r>
              <a:rPr lang="fr-FR" sz="2000" dirty="0"/>
              <a:t> of </a:t>
            </a:r>
            <a:r>
              <a:rPr lang="fr-FR" sz="2000" dirty="0" err="1"/>
              <a:t>potential</a:t>
            </a:r>
            <a:r>
              <a:rPr lang="fr-FR" sz="2000" dirty="0"/>
              <a:t> </a:t>
            </a:r>
            <a:r>
              <a:rPr lang="fr-FR" sz="2000" dirty="0" err="1"/>
              <a:t>outcomes</a:t>
            </a:r>
            <a:r>
              <a:rPr lang="fr-FR" sz="2000" dirty="0"/>
              <a:t> </a:t>
            </a:r>
            <a:r>
              <a:rPr lang="fr-FR" sz="2000" dirty="0" err="1"/>
              <a:t>framework</a:t>
            </a:r>
            <a:r>
              <a:rPr lang="fr-FR" sz="2000" dirty="0"/>
              <a:t> in causal </a:t>
            </a:r>
            <a:r>
              <a:rPr lang="fr-FR" sz="2000" dirty="0" err="1"/>
              <a:t>inference</a:t>
            </a:r>
            <a:endParaRPr lang="fr-CA" sz="2000" dirty="0"/>
          </a:p>
          <a:p>
            <a:r>
              <a:rPr lang="fr-CA" sz="2000" dirty="0" err="1"/>
              <a:t>Contrast</a:t>
            </a:r>
            <a:r>
              <a:rPr lang="fr-CA" sz="2000" dirty="0"/>
              <a:t> of </a:t>
            </a:r>
            <a:r>
              <a:rPr lang="fr-CA" sz="2000" dirty="0" err="1"/>
              <a:t>methods</a:t>
            </a:r>
            <a:r>
              <a:rPr lang="fr-CA" sz="2000" dirty="0"/>
              <a:t> </a:t>
            </a:r>
            <a:r>
              <a:rPr lang="fr-CA" sz="2000" dirty="0" err="1"/>
              <a:t>used</a:t>
            </a:r>
            <a:r>
              <a:rPr lang="fr-CA" sz="2000" dirty="0"/>
              <a:t> in </a:t>
            </a:r>
            <a:r>
              <a:rPr lang="fr-CA" sz="2000" dirty="0" err="1"/>
              <a:t>cohort</a:t>
            </a:r>
            <a:r>
              <a:rPr lang="fr-CA" sz="2000" dirty="0"/>
              <a:t> vs case-control </a:t>
            </a:r>
            <a:r>
              <a:rPr lang="fr-CA" sz="2000" dirty="0" err="1"/>
              <a:t>studies</a:t>
            </a:r>
            <a:endParaRPr lang="fr-CA" sz="2000" dirty="0"/>
          </a:p>
          <a:p>
            <a:r>
              <a:rPr lang="fr-CA" sz="2000" dirty="0"/>
              <a:t>R codes</a:t>
            </a:r>
          </a:p>
          <a:p>
            <a:r>
              <a:rPr lang="fr-CA" sz="2000" dirty="0"/>
              <a:t>Challenges &amp; Conclusion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FFAD4D-60B0-5EAC-E463-232241EB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4</a:t>
            </a:fld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50C4D0-FCBD-293B-EBF5-A31DC8E1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9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3E1C7-238A-B80E-381E-961B49FC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Motivation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FCC079-2DD4-3293-4CDE-483A5FD3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5</a:t>
            </a:fld>
            <a:endParaRPr lang="fr-CA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C73BD8D-16DC-74D0-EA4D-9610ABAD44CA}"/>
              </a:ext>
            </a:extLst>
          </p:cNvPr>
          <p:cNvGrpSpPr/>
          <p:nvPr/>
        </p:nvGrpSpPr>
        <p:grpSpPr>
          <a:xfrm>
            <a:off x="3160282" y="2612571"/>
            <a:ext cx="6221204" cy="3868472"/>
            <a:chOff x="2617520" y="1464443"/>
            <a:chExt cx="6270374" cy="4569962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0F4327D-2310-871C-BC0A-6BFE202C3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5" t="30071" r="12468" b="250"/>
            <a:stretch/>
          </p:blipFill>
          <p:spPr>
            <a:xfrm>
              <a:off x="2617520" y="3318234"/>
              <a:ext cx="6270373" cy="2716171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9199129-EF46-6845-F3EF-95931C415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5167"/>
            <a:stretch/>
          </p:blipFill>
          <p:spPr>
            <a:xfrm>
              <a:off x="2617521" y="1464443"/>
              <a:ext cx="6270373" cy="2233374"/>
            </a:xfrm>
            <a:prstGeom prst="rect">
              <a:avLst/>
            </a:prstGeom>
          </p:spPr>
        </p:pic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BA374B49-AC3B-61CB-AB1B-AD8CAF20A73B}"/>
              </a:ext>
            </a:extLst>
          </p:cNvPr>
          <p:cNvSpPr txBox="1"/>
          <p:nvPr/>
        </p:nvSpPr>
        <p:spPr>
          <a:xfrm>
            <a:off x="3318419" y="6162183"/>
            <a:ext cx="401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Credit</a:t>
            </a:r>
            <a:r>
              <a:rPr lang="fr-FR" dirty="0"/>
              <a:t> image : </a:t>
            </a:r>
            <a:r>
              <a:rPr lang="fr-FR" dirty="0" err="1"/>
              <a:t>Copilot</a:t>
            </a:r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432768E-0A82-9379-EA58-6571B43FB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3C3F4E-FE05-EEA4-47B1-AE676575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Introduction: case 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E87900-233B-0B41-B4C4-85064189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6</a:t>
            </a:fld>
            <a:endParaRPr lang="fr-CA"/>
          </a:p>
        </p:txBody>
      </p:sp>
      <p:pic>
        <p:nvPicPr>
          <p:cNvPr id="134" name="Image 133">
            <a:extLst>
              <a:ext uri="{FF2B5EF4-FFF2-40B4-BE49-F238E27FC236}">
                <a16:creationId xmlns:a16="http://schemas.microsoft.com/office/drawing/2014/main" id="{B488C74A-B854-7655-EA4D-763C57009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49"/>
          <a:stretch/>
        </p:blipFill>
        <p:spPr>
          <a:xfrm>
            <a:off x="2600755" y="2736830"/>
            <a:ext cx="6686788" cy="3111758"/>
          </a:xfrm>
          <a:prstGeom prst="rect">
            <a:avLst/>
          </a:prstGeom>
        </p:spPr>
      </p:pic>
      <p:sp>
        <p:nvSpPr>
          <p:cNvPr id="136" name="ZoneTexte 135">
            <a:extLst>
              <a:ext uri="{FF2B5EF4-FFF2-40B4-BE49-F238E27FC236}">
                <a16:creationId xmlns:a16="http://schemas.microsoft.com/office/drawing/2014/main" id="{04BFEE9F-A46D-914A-1A4F-CFF5EA80896C}"/>
              </a:ext>
            </a:extLst>
          </p:cNvPr>
          <p:cNvSpPr txBox="1"/>
          <p:nvPr/>
        </p:nvSpPr>
        <p:spPr>
          <a:xfrm>
            <a:off x="3342610" y="5848588"/>
            <a:ext cx="609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https://www.simplypsychology.org/case-control-study.html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0E41B8F-CCBB-63D1-8E14-994F6B580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4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228B7-F3C0-C25B-7583-FFAAB66B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Introduction: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4027C5-701C-83CA-FB6A-A47C9D187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26" y="2485742"/>
            <a:ext cx="10515600" cy="1148532"/>
          </a:xfrm>
        </p:spPr>
        <p:txBody>
          <a:bodyPr/>
          <a:lstStyle/>
          <a:p>
            <a:r>
              <a:rPr lang="fr-FR" sz="2000" dirty="0"/>
              <a:t>Controls are </a:t>
            </a:r>
            <a:r>
              <a:rPr lang="fr-FR" sz="2000" dirty="0" err="1"/>
              <a:t>under-sampled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the </a:t>
            </a:r>
            <a:r>
              <a:rPr lang="fr-FR" sz="2000" dirty="0" err="1"/>
              <a:t>target</a:t>
            </a:r>
            <a:r>
              <a:rPr lang="fr-FR" sz="2000" dirty="0"/>
              <a:t> population relative to cases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FFC1D9-1F2A-B6B7-52FC-757B306D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7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2FE2E8-B33A-BEAA-A4A2-8A380ECC9EE4}"/>
              </a:ext>
            </a:extLst>
          </p:cNvPr>
          <p:cNvSpPr txBox="1"/>
          <p:nvPr/>
        </p:nvSpPr>
        <p:spPr>
          <a:xfrm>
            <a:off x="827548" y="3855430"/>
            <a:ext cx="510107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7063" lvl="2"/>
            <a:r>
              <a:rPr lang="fr-FR" sz="2000" b="1" dirty="0" err="1"/>
              <a:t>Outcome</a:t>
            </a:r>
            <a:r>
              <a:rPr lang="fr-FR" sz="2000" b="1" dirty="0"/>
              <a:t> sampling </a:t>
            </a:r>
            <a:r>
              <a:rPr lang="fr-FR" sz="2000" b="1" dirty="0" err="1"/>
              <a:t>bias</a:t>
            </a:r>
            <a:r>
              <a:rPr lang="fr-FR" sz="2000" dirty="0"/>
              <a:t>: </a:t>
            </a:r>
            <a:r>
              <a:rPr lang="fr-FR" sz="2000" dirty="0" err="1"/>
              <a:t>prevalence</a:t>
            </a:r>
            <a:r>
              <a:rPr lang="fr-FR" sz="2000" dirty="0"/>
              <a:t> in the </a:t>
            </a:r>
            <a:r>
              <a:rPr lang="fr-FR" sz="2000" dirty="0" err="1"/>
              <a:t>study</a:t>
            </a:r>
            <a:r>
              <a:rPr lang="fr-FR" sz="2000" dirty="0"/>
              <a:t> population </a:t>
            </a:r>
            <a:r>
              <a:rPr lang="fr-FR" sz="2000" dirty="0" err="1"/>
              <a:t>is</a:t>
            </a:r>
            <a:r>
              <a:rPr lang="fr-FR" sz="2000" dirty="0"/>
              <a:t> high relative to the </a:t>
            </a:r>
            <a:r>
              <a:rPr lang="fr-FR" sz="2000" dirty="0" err="1"/>
              <a:t>target</a:t>
            </a:r>
            <a:r>
              <a:rPr lang="fr-FR" sz="2000" dirty="0"/>
              <a:t> population</a:t>
            </a:r>
          </a:p>
          <a:p>
            <a:pPr marL="627063" lvl="2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A34EFF-C233-C58C-A96E-656D3D03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84" y="3429000"/>
            <a:ext cx="3467400" cy="196232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629FA6D-9ECC-238E-FFD9-7D00ADB55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8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CE20C-1C9E-A8B8-327A-D2EBD14E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8AD33-806B-68EE-7458-86617CE1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Introduction: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DF36BF-AAB2-C3D5-91BC-85F2C85EE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26" y="2485742"/>
            <a:ext cx="10515600" cy="1148532"/>
          </a:xfrm>
        </p:spPr>
        <p:txBody>
          <a:bodyPr>
            <a:normAutofit/>
          </a:bodyPr>
          <a:lstStyle/>
          <a:p>
            <a:r>
              <a:rPr lang="fr-FR" sz="2000" dirty="0"/>
              <a:t>Controls are </a:t>
            </a:r>
            <a:r>
              <a:rPr lang="fr-FR" sz="2000" dirty="0" err="1"/>
              <a:t>under-sampled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the </a:t>
            </a:r>
            <a:r>
              <a:rPr lang="fr-FR" sz="2000" dirty="0" err="1"/>
              <a:t>target</a:t>
            </a:r>
            <a:r>
              <a:rPr lang="fr-FR" sz="2000" dirty="0"/>
              <a:t> population relative to cases</a:t>
            </a: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D7199A-60EF-8A96-4535-4A7C878D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8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70BDA3-B207-C45F-5163-544C91A39D2D}"/>
              </a:ext>
            </a:extLst>
          </p:cNvPr>
          <p:cNvSpPr txBox="1"/>
          <p:nvPr/>
        </p:nvSpPr>
        <p:spPr>
          <a:xfrm>
            <a:off x="939318" y="3429000"/>
            <a:ext cx="55555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7063" lvl="2">
              <a:buNone/>
            </a:pPr>
            <a:endParaRPr lang="fr-FR" sz="2000" dirty="0"/>
          </a:p>
          <a:p>
            <a:pPr marL="627063" lvl="2"/>
            <a:r>
              <a:rPr lang="fr-FR" sz="2000" b="1" dirty="0" err="1"/>
              <a:t>Covariate</a:t>
            </a:r>
            <a:r>
              <a:rPr lang="fr-FR" sz="2000" b="1" dirty="0"/>
              <a:t> sampling </a:t>
            </a:r>
            <a:r>
              <a:rPr lang="fr-FR" sz="2000" b="1" dirty="0" err="1"/>
              <a:t>bias</a:t>
            </a:r>
            <a:r>
              <a:rPr lang="fr-FR" sz="2000" dirty="0"/>
              <a:t>: </a:t>
            </a:r>
            <a:r>
              <a:rPr lang="fr-FR" sz="2000" dirty="0" err="1"/>
              <a:t>different</a:t>
            </a:r>
            <a:r>
              <a:rPr lang="fr-FR" sz="2000" dirty="0"/>
              <a:t> distributions of the </a:t>
            </a:r>
            <a:r>
              <a:rPr lang="fr-FR" sz="2000" dirty="0" err="1"/>
              <a:t>covariates</a:t>
            </a:r>
            <a:r>
              <a:rPr lang="fr-FR" sz="2000" dirty="0"/>
              <a:t> </a:t>
            </a:r>
            <a:r>
              <a:rPr lang="fr-FR" sz="2000" dirty="0" err="1"/>
              <a:t>associated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dirty="0" err="1"/>
              <a:t>outcome</a:t>
            </a:r>
            <a:r>
              <a:rPr lang="fr-FR" sz="2000" dirty="0"/>
              <a:t> in the </a:t>
            </a:r>
            <a:r>
              <a:rPr lang="fr-FR" sz="2000" dirty="0" err="1"/>
              <a:t>study</a:t>
            </a:r>
            <a:r>
              <a:rPr lang="fr-FR" sz="2000" dirty="0"/>
              <a:t> population relative to the </a:t>
            </a:r>
            <a:r>
              <a:rPr lang="fr-FR" sz="2000" dirty="0" err="1"/>
              <a:t>target</a:t>
            </a:r>
            <a:r>
              <a:rPr lang="fr-FR" sz="2000" dirty="0"/>
              <a:t> population</a:t>
            </a:r>
            <a:endParaRPr lang="fr-CA" sz="200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13C8FE5-8E42-8A0D-C889-01D1586396EA}"/>
              </a:ext>
            </a:extLst>
          </p:cNvPr>
          <p:cNvGrpSpPr/>
          <p:nvPr/>
        </p:nvGrpSpPr>
        <p:grpSpPr>
          <a:xfrm>
            <a:off x="6878915" y="3102428"/>
            <a:ext cx="4307511" cy="2653278"/>
            <a:chOff x="6871026" y="3060008"/>
            <a:chExt cx="4307511" cy="2653278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D5CBA50D-31AC-4021-55A0-05B8C1ABB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1026" y="3429000"/>
              <a:ext cx="4307511" cy="2284286"/>
            </a:xfrm>
            <a:prstGeom prst="rect">
              <a:avLst/>
            </a:prstGeom>
          </p:spPr>
        </p:pic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2B488662-D1A4-7543-1402-0266FFF4B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486" t="26205" r="58698" b="54974"/>
            <a:stretch/>
          </p:blipFill>
          <p:spPr>
            <a:xfrm>
              <a:off x="9845745" y="4515062"/>
              <a:ext cx="427807" cy="435007"/>
            </a:xfrm>
            <a:prstGeom prst="rect">
              <a:avLst/>
            </a:prstGeom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194DE381-24BF-C4D5-3842-B467E5E9D988}"/>
                </a:ext>
              </a:extLst>
            </p:cNvPr>
            <p:cNvSpPr txBox="1"/>
            <p:nvPr/>
          </p:nvSpPr>
          <p:spPr>
            <a:xfrm>
              <a:off x="6871026" y="3060008"/>
              <a:ext cx="4182456" cy="36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Target population		</a:t>
              </a:r>
              <a:r>
                <a:rPr lang="fr-FR" dirty="0" err="1"/>
                <a:t>Study</a:t>
              </a:r>
              <a:r>
                <a:rPr lang="fr-FR" dirty="0"/>
                <a:t> </a:t>
              </a:r>
              <a:r>
                <a:rPr lang="fr-FR" dirty="0" err="1"/>
                <a:t>sample</a:t>
              </a:r>
              <a:endParaRPr lang="fr-CA" dirty="0"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A9837712-58C4-1019-3075-7F66C65611A9}"/>
              </a:ext>
            </a:extLst>
          </p:cNvPr>
          <p:cNvSpPr txBox="1"/>
          <p:nvPr/>
        </p:nvSpPr>
        <p:spPr>
          <a:xfrm>
            <a:off x="7037294" y="5853953"/>
            <a:ext cx="401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Credit</a:t>
            </a:r>
            <a:r>
              <a:rPr lang="fr-FR" dirty="0"/>
              <a:t> image : </a:t>
            </a:r>
            <a:r>
              <a:rPr lang="fr-FR" dirty="0" err="1"/>
              <a:t>Copilot</a:t>
            </a:r>
            <a:endParaRPr lang="fr-CA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65D709C9-3383-B8B5-E95E-C579F693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3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D79580-56D4-2733-2A62-57F3E5D5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: </a:t>
            </a:r>
            <a:r>
              <a:rPr lang="fr-FR" dirty="0" err="1"/>
              <a:t>our</a:t>
            </a:r>
            <a:r>
              <a:rPr lang="fr-FR" dirty="0"/>
              <a:t> focus</a:t>
            </a: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E4EF4C3-5F88-4A75-7B53-EB2384F29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sz="2000" dirty="0"/>
                  <a:t>Focus on </a:t>
                </a:r>
                <a:r>
                  <a:rPr lang="fr-FR" sz="2000" dirty="0" err="1"/>
                  <a:t>methods</a:t>
                </a:r>
                <a:r>
                  <a:rPr lang="fr-FR" sz="2000" dirty="0"/>
                  <a:t> </a:t>
                </a:r>
                <a:r>
                  <a:rPr lang="fr-FR" sz="2000" dirty="0" err="1"/>
                  <a:t>primarly</a:t>
                </a:r>
                <a:r>
                  <a:rPr lang="fr-FR" sz="2000" dirty="0"/>
                  <a:t> </a:t>
                </a:r>
                <a:r>
                  <a:rPr lang="fr-FR" sz="2000" dirty="0" err="1"/>
                  <a:t>develop</a:t>
                </a:r>
                <a:r>
                  <a:rPr lang="fr-FR" sz="2000" dirty="0"/>
                  <a:t> for cumulative incidence sampling</a:t>
                </a:r>
              </a:p>
              <a:p>
                <a:r>
                  <a:rPr lang="fr-FR" sz="2000" dirty="0" err="1"/>
                  <a:t>We</a:t>
                </a:r>
                <a:r>
                  <a:rPr lang="fr-FR" sz="2000" dirty="0"/>
                  <a:t> assume </a:t>
                </a:r>
                <a:r>
                  <a:rPr lang="fr-FR" sz="2000" dirty="0" err="1"/>
                  <a:t>that</a:t>
                </a:r>
                <a:r>
                  <a:rPr lang="fr-FR" sz="2000" dirty="0"/>
                  <a:t> the distribution of  Y can </a:t>
                </a:r>
                <a:r>
                  <a:rPr lang="fr-FR" sz="2000" dirty="0" err="1"/>
                  <a:t>be</a:t>
                </a:r>
                <a:r>
                  <a:rPr lang="fr-FR" sz="2000" dirty="0"/>
                  <a:t> </a:t>
                </a:r>
                <a:r>
                  <a:rPr lang="fr-FR" sz="2000" dirty="0" err="1"/>
                  <a:t>described</a:t>
                </a:r>
                <a:r>
                  <a:rPr lang="fr-FR" sz="2000" dirty="0"/>
                  <a:t> </a:t>
                </a:r>
                <a:r>
                  <a:rPr lang="fr-FR" sz="2000" dirty="0" err="1"/>
                  <a:t>using</a:t>
                </a:r>
                <a:r>
                  <a:rPr lang="fr-FR" sz="2000" dirty="0"/>
                  <a:t> a </a:t>
                </a:r>
                <a:r>
                  <a:rPr lang="fr-FR" sz="2000" dirty="0" err="1"/>
                  <a:t>logistic</a:t>
                </a:r>
                <a:r>
                  <a:rPr lang="fr-FR" sz="2000" dirty="0"/>
                  <a:t> </a:t>
                </a:r>
                <a:r>
                  <a:rPr lang="fr-FR" sz="2000" dirty="0" err="1"/>
                  <a:t>regression</a:t>
                </a:r>
                <a:r>
                  <a:rPr lang="fr-FR" sz="2000" dirty="0"/>
                  <a:t> model</a:t>
                </a:r>
              </a:p>
              <a:p>
                <a:endParaRPr lang="fr-FR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fr-FR" sz="2000" dirty="0"/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fr-F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2000" dirty="0"/>
                  <a:t>: </a:t>
                </a:r>
                <a:r>
                  <a:rPr lang="fr-FR" sz="2000" dirty="0" err="1"/>
                  <a:t>covariates</a:t>
                </a:r>
                <a:endParaRPr lang="fr-FR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 err="1"/>
                  <a:t>parameters</a:t>
                </a:r>
                <a:r>
                  <a:rPr lang="fr-FR" sz="2000" dirty="0"/>
                  <a:t> to </a:t>
                </a:r>
                <a:r>
                  <a:rPr lang="fr-FR" sz="2000" dirty="0" err="1"/>
                  <a:t>be</a:t>
                </a:r>
                <a:r>
                  <a:rPr lang="fr-FR" sz="2000" dirty="0"/>
                  <a:t> </a:t>
                </a:r>
                <a:r>
                  <a:rPr lang="fr-FR" sz="2000" dirty="0" err="1"/>
                  <a:t>estimated</a:t>
                </a:r>
                <a:endParaRPr lang="fr-FR" sz="2000" dirty="0"/>
              </a:p>
              <a:p>
                <a:endParaRPr lang="fr-FR" sz="2000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E4EF4C3-5F88-4A75-7B53-EB2384F29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10" t="-1179" b="-255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301FDF-21D3-6BA0-B0EA-C920C185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9</a:t>
            </a:fld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ACFDA1-485D-0EAB-6508-FE943FFB9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99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FA35FD-E717-BCBE-0B19-2CE21569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Review</a:t>
            </a:r>
            <a:r>
              <a:rPr lang="fr-FR" dirty="0"/>
              <a:t> of </a:t>
            </a:r>
            <a:r>
              <a:rPr lang="fr-FR" dirty="0" err="1"/>
              <a:t>potential</a:t>
            </a:r>
            <a:r>
              <a:rPr lang="fr-FR" dirty="0"/>
              <a:t> </a:t>
            </a:r>
            <a:r>
              <a:rPr lang="fr-FR" dirty="0" err="1"/>
              <a:t>outcome</a:t>
            </a:r>
            <a:r>
              <a:rPr lang="fr-FR" dirty="0"/>
              <a:t> </a:t>
            </a:r>
            <a:r>
              <a:rPr lang="fr-FR" dirty="0" err="1"/>
              <a:t>framework</a:t>
            </a: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3E9B3A-4D9B-2270-20F2-4619D401A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fr-FR" sz="2000" dirty="0"/>
                  <a:t>Binary </a:t>
                </a:r>
                <a:r>
                  <a:rPr lang="fr-FR" sz="2000" dirty="0" err="1"/>
                  <a:t>exposure</a:t>
                </a:r>
                <a:r>
                  <a:rPr lang="fr-FR" sz="2000" dirty="0"/>
                  <a:t>  A = (1 ⁄ 0)</a:t>
                </a:r>
              </a:p>
              <a:p>
                <a:r>
                  <a:rPr lang="fr-FR" sz="2000" dirty="0" err="1"/>
                  <a:t>Binary</a:t>
                </a:r>
                <a:r>
                  <a:rPr lang="fr-FR" sz="2000" dirty="0"/>
                  <a:t> </a:t>
                </a:r>
                <a:r>
                  <a:rPr lang="fr-FR" sz="2000" dirty="0" err="1"/>
                  <a:t>outcome</a:t>
                </a:r>
                <a:r>
                  <a:rPr lang="fr-FR" sz="2000" dirty="0"/>
                  <a:t> Y =  (1 ⁄ 0)</a:t>
                </a:r>
              </a:p>
              <a:p>
                <a:r>
                  <a:rPr lang="fr-FR" sz="2000" dirty="0" err="1"/>
                  <a:t>Potential</a:t>
                </a:r>
                <a:r>
                  <a:rPr lang="fr-FR" sz="2000" dirty="0"/>
                  <a:t> </a:t>
                </a:r>
                <a:r>
                  <a:rPr lang="fr-FR" sz="2000" dirty="0" err="1"/>
                  <a:t>outcomes</a:t>
                </a:r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fr-FR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sz="2000" dirty="0"/>
                  <a:t>     </a:t>
                </a:r>
              </a:p>
              <a:p>
                <a:endParaRPr lang="fr-FR" sz="2000" dirty="0"/>
              </a:p>
              <a:p>
                <a:pPr marL="0" indent="0">
                  <a:buNone/>
                </a:pPr>
                <a:r>
                  <a:rPr lang="fr-CA" sz="2000" b="1" dirty="0" err="1"/>
                  <a:t>Average</a:t>
                </a:r>
                <a:r>
                  <a:rPr lang="fr-CA" sz="2000" b="1" dirty="0"/>
                  <a:t> causal </a:t>
                </a:r>
                <a:r>
                  <a:rPr lang="fr-CA" sz="2000" b="1" dirty="0" err="1"/>
                  <a:t>effects</a:t>
                </a:r>
                <a:endParaRPr lang="fr-CA" sz="2000" b="1" dirty="0"/>
              </a:p>
              <a:p>
                <a:pPr marL="0" indent="0">
                  <a:buNone/>
                </a:pPr>
                <a:r>
                  <a:rPr lang="fr-CA" sz="2000" dirty="0"/>
                  <a:t>Marginal causal </a:t>
                </a:r>
                <a:r>
                  <a:rPr lang="fr-CA" sz="2000" dirty="0" err="1"/>
                  <a:t>risk</a:t>
                </a:r>
                <a:r>
                  <a:rPr lang="fr-CA" sz="2000" dirty="0"/>
                  <a:t> </a:t>
                </a:r>
                <a:r>
                  <a:rPr lang="fr-CA" sz="2000" dirty="0" err="1"/>
                  <a:t>difference</a:t>
                </a:r>
                <a:r>
                  <a:rPr lang="fr-CA" sz="2000" dirty="0"/>
                  <a:t> (</a:t>
                </a:r>
                <a:r>
                  <a:rPr lang="fr-CA" sz="2000" dirty="0" err="1"/>
                  <a:t>under</a:t>
                </a:r>
                <a:r>
                  <a:rPr lang="fr-CA" sz="2000" dirty="0"/>
                  <a:t> causal </a:t>
                </a:r>
                <a:r>
                  <a:rPr lang="fr-CA" sz="2000" dirty="0" err="1"/>
                  <a:t>assumptions</a:t>
                </a:r>
                <a:r>
                  <a:rPr lang="fr-CA" sz="2000" dirty="0"/>
                  <a:t>) = </a:t>
                </a:r>
              </a:p>
              <a:p>
                <a:pPr marL="0" indent="0">
                  <a:buNone/>
                </a:pPr>
                <a:endParaRPr lang="fr-CA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fr-FR" sz="2000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3E9B3A-4D9B-2270-20F2-4619D401A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9" t="-1179" b="-60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2032C-E32C-FCBB-680F-D648AEBE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10</a:t>
            </a:fld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1C9EF9-9F17-62A3-5A50-1DBBDDEEF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1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C822CD-F442-645F-A9A0-B8CAB516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Intercept-</a:t>
            </a:r>
            <a:r>
              <a:rPr lang="fr-FR" dirty="0" err="1"/>
              <a:t>adjusted</a:t>
            </a:r>
            <a:r>
              <a:rPr lang="fr-FR" dirty="0"/>
              <a:t> </a:t>
            </a:r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ECC2288-0B5D-F0EE-588E-04D429595F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b="1" dirty="0"/>
                  <a:t>Unmatched case-control </a:t>
                </a:r>
                <a:r>
                  <a:rPr lang="fr-FR" sz="2000" b="1" dirty="0" err="1"/>
                  <a:t>studies</a:t>
                </a:r>
                <a:endParaRPr lang="fr-FR" sz="2000" b="1" dirty="0"/>
              </a:p>
              <a:p>
                <a:r>
                  <a:rPr lang="fr-CA" sz="2000" dirty="0" err="1"/>
                  <a:t>Adding</a:t>
                </a:r>
                <a:r>
                  <a:rPr lang="fr-CA" sz="2000" dirty="0"/>
                  <a:t> an offset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CA" sz="2000" dirty="0"/>
                  <a:t>to the </a:t>
                </a:r>
                <a:r>
                  <a:rPr lang="fr-CA" sz="2000" dirty="0" err="1"/>
                  <a:t>logistic</a:t>
                </a:r>
                <a:r>
                  <a:rPr lang="fr-CA" sz="2000" dirty="0"/>
                  <a:t> </a:t>
                </a:r>
                <a:r>
                  <a:rPr lang="fr-CA" sz="2000" dirty="0" err="1"/>
                  <a:t>regression</a:t>
                </a:r>
                <a:r>
                  <a:rPr lang="fr-CA" sz="2000" dirty="0"/>
                  <a:t> </a:t>
                </a:r>
                <a:r>
                  <a:rPr lang="fr-CA" sz="2000" dirty="0" err="1"/>
                  <a:t>with</a:t>
                </a:r>
                <a:endParaRPr lang="fr-CA" sz="2000" dirty="0"/>
              </a:p>
              <a:p>
                <a:endParaRPr lang="fr-CA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=0|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𝑆𝑡𝑢𝑑𝑦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=0|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𝑆𝑡𝑢𝑑𝑦</m:t>
                            </m:r>
                          </m:den>
                        </m:f>
                      </m:den>
                    </m:f>
                  </m:oMath>
                </a14:m>
                <a:r>
                  <a:rPr lang="fr-CA" sz="2000" dirty="0"/>
                  <a:t>)</a:t>
                </a:r>
              </a:p>
              <a:p>
                <a:pPr marL="0" indent="0">
                  <a:buNone/>
                </a:pPr>
                <a:endParaRPr lang="fr-CA" sz="2000" dirty="0"/>
              </a:p>
              <a:p>
                <a:r>
                  <a:rPr lang="fr-CA" sz="2000" dirty="0"/>
                  <a:t>The population </a:t>
                </a:r>
                <a:r>
                  <a:rPr lang="fr-CA" sz="2000" dirty="0" err="1"/>
                  <a:t>prevalence</a:t>
                </a:r>
                <a:r>
                  <a:rPr lang="fr-CA" sz="2000" dirty="0"/>
                  <a:t> of the </a:t>
                </a:r>
                <a:r>
                  <a:rPr lang="fr-CA" sz="2000" dirty="0" err="1"/>
                  <a:t>outcome</a:t>
                </a:r>
                <a:r>
                  <a:rPr lang="fr-CA" sz="2000" dirty="0"/>
                  <a:t> must </a:t>
                </a:r>
                <a:r>
                  <a:rPr lang="fr-CA" sz="2000" dirty="0" err="1"/>
                  <a:t>be</a:t>
                </a:r>
                <a:r>
                  <a:rPr lang="fr-CA" sz="2000" dirty="0"/>
                  <a:t> </a:t>
                </a:r>
                <a:r>
                  <a:rPr lang="fr-CA" sz="2000" dirty="0" err="1"/>
                  <a:t>known</a:t>
                </a:r>
                <a:endParaRPr lang="fr-CA" sz="2000" dirty="0"/>
              </a:p>
              <a:p>
                <a:pPr marL="0" indent="0">
                  <a:buNone/>
                </a:pPr>
                <a:endParaRPr lang="fr-CA" sz="2000" dirty="0"/>
              </a:p>
              <a:p>
                <a:pPr marL="0" indent="0">
                  <a:buNone/>
                </a:pPr>
                <a:endParaRPr lang="fr-CA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ECC2288-0B5D-F0EE-588E-04D429595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9" t="-1179" b="-98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9D3332-2D66-64FC-FD64-9194F208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11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44F599C-4F00-3F19-6E0A-859CB745A7F6}"/>
              </a:ext>
            </a:extLst>
          </p:cNvPr>
          <p:cNvSpPr txBox="1"/>
          <p:nvPr/>
        </p:nvSpPr>
        <p:spPr>
          <a:xfrm>
            <a:off x="1406013" y="6007510"/>
            <a:ext cx="9202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Greenland</a:t>
            </a:r>
            <a:r>
              <a:rPr lang="fr-FR" sz="1600" dirty="0"/>
              <a:t>, 1981</a:t>
            </a:r>
            <a:endParaRPr lang="fr-CA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7796C86-CB70-4760-BEB4-EF080A788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2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99C6F5-4B0C-6082-B0D4-656E8F242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Intercept-</a:t>
            </a:r>
            <a:r>
              <a:rPr lang="fr-FR" dirty="0" err="1"/>
              <a:t>adjusted</a:t>
            </a:r>
            <a:r>
              <a:rPr lang="fr-FR" dirty="0"/>
              <a:t> </a:t>
            </a:r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C02125-8031-AD3D-4101-1243B8E23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27786" cy="31019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/>
              <a:t>Matching case-control </a:t>
            </a:r>
            <a:r>
              <a:rPr lang="fr-FR" sz="2000" b="1" dirty="0" err="1"/>
              <a:t>studies</a:t>
            </a:r>
            <a:r>
              <a:rPr lang="fr-FR" sz="2000" b="1" dirty="0"/>
              <a:t> </a:t>
            </a:r>
          </a:p>
          <a:p>
            <a:r>
              <a:rPr lang="fr-FR" sz="2000" dirty="0"/>
              <a:t>The offset </a:t>
            </a:r>
            <a:r>
              <a:rPr lang="fr-FR" sz="2000" dirty="0" err="1"/>
              <a:t>will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calculated</a:t>
            </a:r>
            <a:r>
              <a:rPr lang="fr-FR" sz="2000" dirty="0"/>
              <a:t> </a:t>
            </a:r>
            <a:r>
              <a:rPr lang="fr-FR" sz="2000" dirty="0" err="1"/>
              <a:t>within</a:t>
            </a:r>
            <a:r>
              <a:rPr lang="fr-FR" sz="2000" dirty="0"/>
              <a:t> the </a:t>
            </a:r>
            <a:r>
              <a:rPr lang="fr-FR" sz="2000" dirty="0" err="1"/>
              <a:t>matching</a:t>
            </a:r>
            <a:r>
              <a:rPr lang="fr-FR" sz="2000" dirty="0"/>
              <a:t> </a:t>
            </a:r>
            <a:r>
              <a:rPr lang="fr-FR" sz="2000" dirty="0" err="1"/>
              <a:t>category</a:t>
            </a:r>
            <a:r>
              <a:rPr lang="fr-FR" sz="2000" dirty="0"/>
              <a:t> =&gt; </a:t>
            </a:r>
            <a:r>
              <a:rPr lang="fr-FR" sz="2000" dirty="0" err="1"/>
              <a:t>using</a:t>
            </a:r>
            <a:r>
              <a:rPr lang="fr-FR" sz="2000" dirty="0"/>
              <a:t> stratum-</a:t>
            </a:r>
            <a:r>
              <a:rPr lang="fr-FR" sz="2000" dirty="0" err="1"/>
              <a:t>specific</a:t>
            </a:r>
            <a:r>
              <a:rPr lang="fr-FR" sz="2000" dirty="0"/>
              <a:t> sampling </a:t>
            </a:r>
            <a:r>
              <a:rPr lang="fr-FR" sz="2000" dirty="0" err="1"/>
              <a:t>ORs</a:t>
            </a:r>
            <a:endParaRPr lang="fr-FR" sz="2000" dirty="0"/>
          </a:p>
          <a:p>
            <a:endParaRPr lang="fr-FR" sz="2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2A1E0-7D90-E941-266B-3F3D93C0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12</a:t>
            </a:fld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0AF720-A3C8-725E-BF0A-6DDE8ADA7AEC}"/>
              </a:ext>
            </a:extLst>
          </p:cNvPr>
          <p:cNvSpPr txBox="1"/>
          <p:nvPr/>
        </p:nvSpPr>
        <p:spPr>
          <a:xfrm>
            <a:off x="884853" y="6039993"/>
            <a:ext cx="9202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Greenland</a:t>
            </a:r>
            <a:r>
              <a:rPr lang="fr-FR" sz="1600" dirty="0"/>
              <a:t>, 1981</a:t>
            </a:r>
            <a:endParaRPr lang="fr-CA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F727F52-68E0-B8E7-615C-2FF437E5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36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65EFF-18E9-5EA6-FE7E-4F809764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Intercept-</a:t>
            </a:r>
            <a:r>
              <a:rPr lang="fr-CA" dirty="0" err="1"/>
              <a:t>adjusted</a:t>
            </a:r>
            <a:r>
              <a:rPr lang="fr-CA" dirty="0"/>
              <a:t> </a:t>
            </a:r>
            <a:r>
              <a:rPr lang="fr-CA" dirty="0" err="1"/>
              <a:t>logistic</a:t>
            </a:r>
            <a:r>
              <a:rPr lang="fr-CA" dirty="0"/>
              <a:t> </a:t>
            </a:r>
            <a:r>
              <a:rPr lang="fr-CA" dirty="0" err="1"/>
              <a:t>regression</a:t>
            </a:r>
            <a:endParaRPr lang="fr-CA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1B1EFD2-F4EA-D5D0-5FC9-5FB1CAEB6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Strengths</a:t>
            </a:r>
          </a:p>
          <a:p>
            <a:r>
              <a:rPr lang="en-US" sz="2000" dirty="0"/>
              <a:t>Simply to use (but rarely used in practice)</a:t>
            </a:r>
            <a:endParaRPr lang="fr-CA" sz="2000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8491858-D942-0EF7-281F-AE65B8759A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Limitations</a:t>
            </a:r>
          </a:p>
          <a:p>
            <a:r>
              <a:rPr lang="fr-FR" sz="2000" dirty="0" err="1"/>
              <a:t>Conditional</a:t>
            </a:r>
            <a:r>
              <a:rPr lang="fr-FR" sz="2000" dirty="0"/>
              <a:t> causal OR -- for marginal </a:t>
            </a:r>
            <a:r>
              <a:rPr lang="fr-FR" sz="2000" dirty="0" err="1"/>
              <a:t>effects</a:t>
            </a:r>
            <a:r>
              <a:rPr lang="fr-FR" sz="2000" dirty="0"/>
              <a:t> in the </a:t>
            </a:r>
            <a:r>
              <a:rPr lang="fr-FR" sz="2000" dirty="0" err="1"/>
              <a:t>target</a:t>
            </a:r>
            <a:r>
              <a:rPr lang="fr-FR" sz="2000" dirty="0"/>
              <a:t> population: use of </a:t>
            </a:r>
            <a:r>
              <a:rPr lang="fr-FR" sz="2000" dirty="0" err="1"/>
              <a:t>weighting</a:t>
            </a:r>
            <a:r>
              <a:rPr lang="fr-FR" sz="2000" dirty="0"/>
              <a:t> or </a:t>
            </a:r>
            <a:r>
              <a:rPr lang="fr-FR" sz="2000" dirty="0" err="1"/>
              <a:t>standardization</a:t>
            </a:r>
            <a:r>
              <a:rPr lang="fr-FR" sz="2000" dirty="0"/>
              <a:t> </a:t>
            </a:r>
          </a:p>
          <a:p>
            <a:r>
              <a:rPr lang="fr-FR" sz="2000" dirty="0" err="1"/>
              <a:t>Biased</a:t>
            </a:r>
            <a:r>
              <a:rPr lang="fr-FR" sz="2000" dirty="0"/>
              <a:t> </a:t>
            </a:r>
            <a:r>
              <a:rPr lang="fr-FR" sz="2000" dirty="0" err="1"/>
              <a:t>under</a:t>
            </a:r>
            <a:r>
              <a:rPr lang="fr-FR" sz="2000" dirty="0"/>
              <a:t> </a:t>
            </a:r>
            <a:r>
              <a:rPr lang="fr-FR" sz="2000" dirty="0" err="1"/>
              <a:t>misspecified</a:t>
            </a:r>
            <a:r>
              <a:rPr lang="fr-FR" sz="2000" dirty="0"/>
              <a:t> </a:t>
            </a:r>
            <a:r>
              <a:rPr lang="fr-FR" sz="2000" dirty="0" err="1"/>
              <a:t>models</a:t>
            </a:r>
            <a:endParaRPr lang="fr-CA" sz="2000" dirty="0"/>
          </a:p>
          <a:p>
            <a:endParaRPr lang="fr-CA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0D935F-2D02-32B9-01A0-E3996DD8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51E8640-A5F2-BA93-07BB-B41B8F5DC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1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3C4D3-4F07-5D6F-F01A-E5F00409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Propensity</a:t>
            </a:r>
            <a:r>
              <a:rPr lang="fr-FR" dirty="0"/>
              <a:t> scores</a:t>
            </a: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1F6795F-AF15-949A-766C-2ECEA6EE3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sz="2000" dirty="0"/>
                  <a:t>Widely </a:t>
                </a:r>
                <a:r>
                  <a:rPr lang="fr-FR" sz="2000" dirty="0" err="1"/>
                  <a:t>used</a:t>
                </a:r>
                <a:r>
                  <a:rPr lang="fr-FR" sz="2000" dirty="0"/>
                  <a:t> set of </a:t>
                </a:r>
                <a:r>
                  <a:rPr lang="fr-FR" sz="2000" dirty="0" err="1"/>
                  <a:t>methods</a:t>
                </a:r>
                <a:endParaRPr lang="fr-FR" sz="2000" dirty="0"/>
              </a:p>
              <a:p>
                <a:pPr marL="0" indent="0">
                  <a:buNone/>
                </a:pPr>
                <a:endParaRPr lang="fr-F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=1|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𝑃𝑜𝑝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  <a:p>
                <a:r>
                  <a:rPr lang="fr-FR" sz="2000" dirty="0"/>
                  <a:t>Z </a:t>
                </a:r>
                <a:r>
                  <a:rPr lang="fr-FR" sz="2000" dirty="0" err="1"/>
                  <a:t>is</a:t>
                </a:r>
                <a:r>
                  <a:rPr lang="fr-FR" sz="2000" dirty="0"/>
                  <a:t> the </a:t>
                </a:r>
                <a:r>
                  <a:rPr lang="fr-FR" sz="2000" dirty="0" err="1"/>
                  <a:t>covariate</a:t>
                </a:r>
                <a:r>
                  <a:rPr lang="fr-FR" sz="2000" dirty="0"/>
                  <a:t> </a:t>
                </a:r>
                <a:r>
                  <a:rPr lang="fr-FR" sz="2000" dirty="0" err="1"/>
                  <a:t>vector</a:t>
                </a:r>
                <a:r>
                  <a:rPr lang="fr-FR" sz="2000" dirty="0"/>
                  <a:t> X </a:t>
                </a:r>
                <a:r>
                  <a:rPr lang="fr-FR" sz="2000" dirty="0" err="1"/>
                  <a:t>excluding</a:t>
                </a:r>
                <a:r>
                  <a:rPr lang="fr-FR" sz="2000" dirty="0"/>
                  <a:t> </a:t>
                </a:r>
                <a:r>
                  <a:rPr lang="fr-FR" sz="2000" dirty="0" err="1"/>
                  <a:t>exposure</a:t>
                </a:r>
                <a:r>
                  <a:rPr lang="fr-FR" sz="2000" dirty="0"/>
                  <a:t> A</a:t>
                </a:r>
              </a:p>
              <a:p>
                <a:r>
                  <a:rPr lang="fr-FR" sz="2000" dirty="0"/>
                  <a:t>Inverse </a:t>
                </a:r>
                <a:r>
                  <a:rPr lang="fr-FR" sz="2000" dirty="0" err="1"/>
                  <a:t>probability</a:t>
                </a:r>
                <a:r>
                  <a:rPr lang="fr-FR" sz="2000" dirty="0"/>
                  <a:t> </a:t>
                </a:r>
                <a:r>
                  <a:rPr lang="fr-FR" sz="2000" dirty="0" err="1"/>
                  <a:t>weights</a:t>
                </a:r>
                <a:endParaRPr lang="fr-FR" sz="2000" dirty="0"/>
              </a:p>
              <a:p>
                <a:pPr marL="0" indent="0">
                  <a:buNone/>
                </a:pPr>
                <a:endParaRPr lang="fr-FR" dirty="0"/>
              </a:p>
              <a:p>
                <a:endParaRPr lang="fr-FR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1F6795F-AF15-949A-766C-2ECEA6EE3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9" t="-117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DA3622-C06B-B7DC-8193-AC897950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14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6ABA06C-19D8-4B54-9795-61E02EF86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375" y="4732863"/>
            <a:ext cx="7409249" cy="14917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2818440-49FA-3F23-B754-329D981D3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54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82267C-2E71-83BF-AFDF-510B1E45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Propensity</a:t>
            </a:r>
            <a:r>
              <a:rPr lang="fr-FR" dirty="0"/>
              <a:t> scores: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22A09C-A884-5152-0193-21BE13789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8349779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en-GB" sz="2000" dirty="0"/>
              <a:t>If the exposure increases the probability of the outcome, given </a:t>
            </a:r>
            <a:r>
              <a:rPr lang="en-GB" sz="2000" b="1" i="1" dirty="0"/>
              <a:t>Z</a:t>
            </a:r>
            <a:r>
              <a:rPr lang="en-GB" sz="2000" dirty="0"/>
              <a:t>, exposed individuals will be more common in the case-control study relative to the cohort study.</a:t>
            </a:r>
            <a:r>
              <a:rPr lang="fr-FR" sz="2000" dirty="0"/>
              <a:t> </a:t>
            </a:r>
            <a:endParaRPr lang="fr-CA" sz="2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C81AF8-D238-0D04-251F-BAE9F9F3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15</a:t>
            </a:fld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8E61125-7778-DABB-E49C-4468042CE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928" y="2958579"/>
            <a:ext cx="3213753" cy="741636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EFFB263-A5F1-B0C6-B15A-86DC732CC831}"/>
              </a:ext>
            </a:extLst>
          </p:cNvPr>
          <p:cNvCxnSpPr>
            <a:cxnSpLocks/>
          </p:cNvCxnSpPr>
          <p:nvPr/>
        </p:nvCxnSpPr>
        <p:spPr>
          <a:xfrm flipH="1">
            <a:off x="3813928" y="2752775"/>
            <a:ext cx="3190973" cy="79185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F7B1D26F-8F5A-B7C3-5E32-712E46FF72D2}"/>
              </a:ext>
            </a:extLst>
          </p:cNvPr>
          <p:cNvCxnSpPr/>
          <p:nvPr/>
        </p:nvCxnSpPr>
        <p:spPr>
          <a:xfrm>
            <a:off x="4037421" y="2729664"/>
            <a:ext cx="2870462" cy="106994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DE45E5C5-BB9E-7CA3-B190-66699261578D}"/>
              </a:ext>
            </a:extLst>
          </p:cNvPr>
          <p:cNvSpPr txBox="1"/>
          <p:nvPr/>
        </p:nvSpPr>
        <p:spPr>
          <a:xfrm>
            <a:off x="7316824" y="3175295"/>
            <a:ext cx="999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Biased</a:t>
            </a:r>
            <a:endParaRPr lang="fr-CA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20E191-7203-918E-C256-EF868CF6B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8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74012-C88D-B72A-D953-C34A06F1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Propensity</a:t>
            </a:r>
            <a:r>
              <a:rPr lang="fr-FR" dirty="0"/>
              <a:t> scores: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DCFB75-938B-849B-CA42-0422812E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7822551" cy="32552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/>
              <a:t>Robins</a:t>
            </a:r>
          </a:p>
          <a:p>
            <a:r>
              <a:rPr lang="fr-FR" sz="2000" dirty="0"/>
              <a:t>Estimation of the </a:t>
            </a:r>
            <a:r>
              <a:rPr lang="fr-FR" sz="2000" dirty="0" err="1"/>
              <a:t>propensity</a:t>
            </a:r>
            <a:r>
              <a:rPr lang="fr-FR" sz="2000" dirty="0"/>
              <a:t> score </a:t>
            </a:r>
            <a:r>
              <a:rPr lang="fr-FR" sz="2000" dirty="0" err="1"/>
              <a:t>among</a:t>
            </a:r>
            <a:r>
              <a:rPr lang="fr-FR" sz="2000" dirty="0"/>
              <a:t> </a:t>
            </a:r>
            <a:r>
              <a:rPr lang="fr-FR" sz="2000" dirty="0" err="1"/>
              <a:t>controls</a:t>
            </a:r>
            <a:endParaRPr lang="fr-FR" sz="2000" dirty="0"/>
          </a:p>
          <a:p>
            <a:r>
              <a:rPr lang="fr-FR" sz="2000" dirty="0"/>
              <a:t>Application of the </a:t>
            </a:r>
            <a:r>
              <a:rPr lang="fr-FR" sz="2000" dirty="0" err="1"/>
              <a:t>weights</a:t>
            </a:r>
            <a:r>
              <a:rPr lang="fr-FR" sz="2000" dirty="0"/>
              <a:t> to all </a:t>
            </a:r>
            <a:r>
              <a:rPr lang="fr-FR" sz="2000" dirty="0" err="1"/>
              <a:t>individuals</a:t>
            </a:r>
            <a:endParaRPr lang="fr-FR" sz="2000" dirty="0"/>
          </a:p>
          <a:p>
            <a:pPr marL="0" indent="0">
              <a:buNone/>
            </a:pPr>
            <a:r>
              <a:rPr lang="fr-FR" sz="2000" b="1" dirty="0" err="1"/>
              <a:t>Mansson</a:t>
            </a:r>
            <a:endParaRPr lang="fr-FR" sz="2000" b="1" dirty="0"/>
          </a:p>
          <a:p>
            <a:pPr marL="514350" indent="-514350">
              <a:buAutoNum type="alphaLcParenR"/>
            </a:pPr>
            <a:r>
              <a:rPr lang="fr-FR" sz="2000" dirty="0"/>
              <a:t>Estimation of the </a:t>
            </a:r>
            <a:r>
              <a:rPr lang="fr-FR" sz="2000" dirty="0" err="1"/>
              <a:t>propensity</a:t>
            </a:r>
            <a:r>
              <a:rPr lang="fr-FR" sz="2000" dirty="0"/>
              <a:t> scores in a </a:t>
            </a:r>
            <a:r>
              <a:rPr lang="fr-FR" sz="2000" dirty="0" err="1"/>
              <a:t>subset</a:t>
            </a:r>
            <a:r>
              <a:rPr lang="fr-FR" sz="2000" dirty="0"/>
              <a:t> </a:t>
            </a:r>
            <a:r>
              <a:rPr lang="en-GB" sz="2000" dirty="0"/>
              <a:t>included all controls and a subset of cases </a:t>
            </a:r>
          </a:p>
          <a:p>
            <a:pPr marL="514350" indent="-514350">
              <a:buAutoNum type="alphaLcParenR"/>
            </a:pPr>
            <a:r>
              <a:rPr lang="en-GB" sz="2000" dirty="0"/>
              <a:t>including case status in the propensity score model and estimating propensity scores for all individuals as though they had been controls</a:t>
            </a:r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8A2037-02DC-653A-2677-D3CBE63D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16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6FA4CB0-C988-45F4-9421-4BBBBC3A922C}"/>
              </a:ext>
            </a:extLst>
          </p:cNvPr>
          <p:cNvSpPr txBox="1"/>
          <p:nvPr/>
        </p:nvSpPr>
        <p:spPr>
          <a:xfrm>
            <a:off x="1838130" y="5997883"/>
            <a:ext cx="5701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Robins 1999; </a:t>
            </a:r>
            <a:r>
              <a:rPr lang="fr-FR" sz="1600" dirty="0" err="1"/>
              <a:t>Mansson</a:t>
            </a:r>
            <a:r>
              <a:rPr lang="fr-FR" sz="1600" dirty="0"/>
              <a:t> 2007</a:t>
            </a:r>
            <a:endParaRPr lang="fr-CA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E9D3906-B5EF-C26F-8426-F3678BF27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0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9D86-293C-5FB9-EA79-C4713C78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1CE2A9-6CCF-9C6F-4C41-B94EFC73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Propensity</a:t>
            </a:r>
            <a:r>
              <a:rPr lang="fr-FR" dirty="0"/>
              <a:t> scores: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03E023-669F-E617-F145-F0B3538A9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7822551" cy="32552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/>
              <a:t>Zhu</a:t>
            </a:r>
          </a:p>
          <a:p>
            <a:r>
              <a:rPr lang="fr-FR" sz="2000" dirty="0"/>
              <a:t>Estimation of the </a:t>
            </a:r>
            <a:r>
              <a:rPr lang="fr-FR" sz="2000" dirty="0" err="1"/>
              <a:t>propensity</a:t>
            </a:r>
            <a:r>
              <a:rPr lang="fr-FR" sz="2000" dirty="0"/>
              <a:t> score </a:t>
            </a:r>
            <a:r>
              <a:rPr lang="fr-FR" sz="2000" dirty="0" err="1"/>
              <a:t>among</a:t>
            </a:r>
            <a:r>
              <a:rPr lang="fr-FR" sz="2000" dirty="0"/>
              <a:t> cases</a:t>
            </a:r>
          </a:p>
          <a:p>
            <a:r>
              <a:rPr lang="fr-FR" sz="2000" dirty="0"/>
              <a:t>Match </a:t>
            </a:r>
            <a:r>
              <a:rPr lang="fr-FR" sz="2000" dirty="0" err="1"/>
              <a:t>controls</a:t>
            </a:r>
            <a:r>
              <a:rPr lang="fr-FR" sz="2000" dirty="0"/>
              <a:t> on the </a:t>
            </a:r>
            <a:r>
              <a:rPr lang="fr-FR" sz="2000" dirty="0" err="1"/>
              <a:t>predicted</a:t>
            </a:r>
            <a:r>
              <a:rPr lang="fr-FR" sz="2000" dirty="0"/>
              <a:t> </a:t>
            </a:r>
            <a:r>
              <a:rPr lang="fr-FR" sz="2000" dirty="0" err="1"/>
              <a:t>propensity</a:t>
            </a:r>
            <a:r>
              <a:rPr lang="fr-FR" sz="2000" dirty="0"/>
              <a:t> scores </a:t>
            </a:r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C6743-DCD0-56BC-585D-97B38106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17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3F71DA-7FA0-2E91-0521-E28CD377FADA}"/>
              </a:ext>
            </a:extLst>
          </p:cNvPr>
          <p:cNvSpPr txBox="1"/>
          <p:nvPr/>
        </p:nvSpPr>
        <p:spPr>
          <a:xfrm>
            <a:off x="1838130" y="5997883"/>
            <a:ext cx="5701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Zhu et al., 2019</a:t>
            </a:r>
            <a:endParaRPr lang="fr-CA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EE9AAA-769D-B064-B382-4FCAA41D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01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BA073-5F84-7661-6395-CFC7B477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Propensity</a:t>
            </a:r>
            <a:r>
              <a:rPr lang="fr-FR" dirty="0"/>
              <a:t> scores: Case-control </a:t>
            </a:r>
            <a:r>
              <a:rPr lang="fr-FR" dirty="0" err="1"/>
              <a:t>studies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4BB235-0E3E-C2BB-5329-BADD9CE8C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Strengths</a:t>
            </a:r>
          </a:p>
          <a:p>
            <a:r>
              <a:rPr lang="en-US" sz="2000" dirty="0"/>
              <a:t>Easy to use </a:t>
            </a:r>
            <a:endParaRPr lang="fr-CA" sz="20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088BA8-43E4-A6CF-2ED9-DFAA4C0720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Limitations</a:t>
            </a:r>
          </a:p>
          <a:p>
            <a:r>
              <a:rPr lang="fr-FR" sz="2000" dirty="0" err="1"/>
              <a:t>Biased</a:t>
            </a:r>
            <a:r>
              <a:rPr lang="fr-FR" sz="2000" dirty="0"/>
              <a:t> </a:t>
            </a:r>
            <a:r>
              <a:rPr lang="fr-FR" sz="2000" dirty="0" err="1"/>
              <a:t>under</a:t>
            </a:r>
            <a:r>
              <a:rPr lang="fr-FR" sz="2000" dirty="0"/>
              <a:t> incorrect model </a:t>
            </a:r>
            <a:r>
              <a:rPr lang="fr-FR" sz="2000" dirty="0" err="1"/>
              <a:t>specification</a:t>
            </a:r>
            <a:r>
              <a:rPr lang="fr-FR" sz="2000" dirty="0"/>
              <a:t> </a:t>
            </a:r>
          </a:p>
          <a:p>
            <a:r>
              <a:rPr lang="fr-FR" sz="2000" dirty="0"/>
              <a:t>Sensitive to the </a:t>
            </a:r>
            <a:r>
              <a:rPr lang="fr-FR" sz="2000" dirty="0" err="1"/>
              <a:t>positivity</a:t>
            </a:r>
            <a:r>
              <a:rPr lang="fr-FR" sz="2000" dirty="0"/>
              <a:t> </a:t>
            </a:r>
            <a:r>
              <a:rPr lang="fr-FR" sz="2000" dirty="0" err="1"/>
              <a:t>assumption</a:t>
            </a:r>
            <a:endParaRPr lang="fr-FR" sz="2000" dirty="0"/>
          </a:p>
          <a:p>
            <a:r>
              <a:rPr lang="en-US" sz="2000" dirty="0"/>
              <a:t>Can estimate only marginal OR</a:t>
            </a:r>
          </a:p>
          <a:p>
            <a:r>
              <a:rPr lang="en-US" sz="2000" dirty="0"/>
              <a:t>Zhu’s approach: </a:t>
            </a:r>
            <a:r>
              <a:rPr lang="en-GB" sz="2000" dirty="0"/>
              <a:t>does not yield valid estimates of any marginal parameter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A56477-68DE-C02E-F8D1-EB064817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18</a:t>
            </a:fld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4D0AD7-8609-E270-CF1C-94FDA0D4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6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70C9C-6903-AF25-EA9D-E86A75D0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G-computation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063A39-D3C1-A297-7BFF-772D58E7D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Modelling</a:t>
            </a:r>
            <a:r>
              <a:rPr lang="fr-FR" sz="2000" dirty="0"/>
              <a:t> and </a:t>
            </a:r>
            <a:r>
              <a:rPr lang="fr-FR" sz="2000" dirty="0" err="1"/>
              <a:t>predicting</a:t>
            </a:r>
            <a:r>
              <a:rPr lang="fr-FR" sz="2000" dirty="0"/>
              <a:t> </a:t>
            </a:r>
            <a:r>
              <a:rPr lang="fr-FR" sz="2000" dirty="0" err="1"/>
              <a:t>outcomes</a:t>
            </a:r>
            <a:r>
              <a:rPr lang="fr-FR" sz="2000" dirty="0"/>
              <a:t> </a:t>
            </a:r>
            <a:r>
              <a:rPr lang="fr-FR" sz="2000" dirty="0" err="1"/>
              <a:t>under</a:t>
            </a:r>
            <a:r>
              <a:rPr lang="fr-FR" sz="2000" dirty="0"/>
              <a:t> </a:t>
            </a:r>
            <a:r>
              <a:rPr lang="fr-FR" sz="2000" dirty="0" err="1"/>
              <a:t>different</a:t>
            </a:r>
            <a:r>
              <a:rPr lang="fr-FR" sz="2000" dirty="0"/>
              <a:t> </a:t>
            </a:r>
            <a:r>
              <a:rPr lang="fr-FR" sz="2000" dirty="0" err="1"/>
              <a:t>exposure</a:t>
            </a:r>
            <a:r>
              <a:rPr lang="fr-FR" sz="2000" dirty="0"/>
              <a:t> conditions</a:t>
            </a:r>
          </a:p>
          <a:p>
            <a:pPr lvl="0"/>
            <a:r>
              <a:rPr lang="en-GB" sz="2000" dirty="0"/>
              <a:t>1) Regress the exposure and the covariates on the outcome;</a:t>
            </a:r>
            <a:endParaRPr lang="fr-CA" sz="2000" dirty="0"/>
          </a:p>
          <a:p>
            <a:pPr lvl="0"/>
            <a:r>
              <a:rPr lang="en-GB" sz="2000" dirty="0"/>
              <a:t>2) Using the regression model, predict outcomes for individuals under each exposure condition;</a:t>
            </a:r>
            <a:endParaRPr lang="fr-CA" sz="2000" dirty="0"/>
          </a:p>
          <a:p>
            <a:pPr lvl="0"/>
            <a:r>
              <a:rPr lang="en-GB" sz="2000" dirty="0"/>
              <a:t>3) Estimate average causal effects by averaging the predicted outcomes across the study population.</a:t>
            </a:r>
            <a:endParaRPr lang="fr-CA" sz="2000" dirty="0"/>
          </a:p>
          <a:p>
            <a:endParaRPr lang="fr-CA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7131C8-2DF4-7E23-EC6C-EB0BFAF7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19</a:t>
            </a:fld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5214727-5473-682B-1EA3-A30888D33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55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2829D-82DD-4451-4F9F-B6B194CA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G-computation: case-control</a:t>
            </a:r>
            <a:endParaRPr lang="fr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3D8CC55-40C7-96EB-46D4-8555025426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fr-FR" sz="2000" b="1" dirty="0"/>
                  <a:t>Case-control </a:t>
                </a:r>
                <a:r>
                  <a:rPr lang="fr-FR" sz="2000" b="1" dirty="0" err="1"/>
                  <a:t>weighted</a:t>
                </a:r>
                <a:r>
                  <a:rPr lang="fr-FR" sz="2000" b="1" dirty="0"/>
                  <a:t> maximum </a:t>
                </a:r>
                <a:r>
                  <a:rPr lang="fr-FR" sz="2000" b="1" dirty="0" err="1"/>
                  <a:t>likelihood</a:t>
                </a:r>
                <a:r>
                  <a:rPr lang="fr-FR" sz="2000" b="1" dirty="0"/>
                  <a:t> </a:t>
                </a:r>
                <a:r>
                  <a:rPr lang="fr-FR" sz="2000" b="1" dirty="0" err="1"/>
                  <a:t>estimator</a:t>
                </a:r>
                <a:endParaRPr lang="fr-FR" sz="2000" b="1" dirty="0"/>
              </a:p>
              <a:p>
                <a:pPr marL="0" indent="0">
                  <a:buNone/>
                </a:pPr>
                <a:r>
                  <a:rPr lang="fr-FR" sz="2000" b="1" dirty="0" err="1"/>
                  <a:t>Unmatched</a:t>
                </a:r>
                <a:r>
                  <a:rPr lang="fr-FR" sz="2000" b="1" dirty="0"/>
                  <a:t> </a:t>
                </a:r>
                <a:r>
                  <a:rPr lang="fr-FR" sz="2000" b="1" dirty="0" err="1"/>
                  <a:t>studies</a:t>
                </a:r>
                <a:endParaRPr lang="fr-FR" sz="2000" b="1" dirty="0"/>
              </a:p>
              <a:p>
                <a:r>
                  <a:rPr lang="fr-FR" sz="2000" dirty="0" err="1"/>
                  <a:t>Weighted</a:t>
                </a:r>
                <a:r>
                  <a:rPr lang="fr-FR" sz="2000" dirty="0"/>
                  <a:t> </a:t>
                </a:r>
                <a:r>
                  <a:rPr lang="fr-FR" sz="2000" dirty="0" err="1"/>
                  <a:t>logistic</a:t>
                </a:r>
                <a:r>
                  <a:rPr lang="fr-FR" sz="2000" dirty="0"/>
                  <a:t> </a:t>
                </a:r>
                <a:r>
                  <a:rPr lang="fr-FR" sz="2000" dirty="0" err="1"/>
                  <a:t>regression</a:t>
                </a:r>
                <a:r>
                  <a:rPr lang="fr-FR" sz="2000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fr-CA" sz="2000" dirty="0"/>
                              <m:t>cases</m:t>
                            </m:r>
                            <m:r>
                              <m:rPr>
                                <m:nor/>
                              </m:rPr>
                              <a:rPr lang="fr-CA" sz="2000" dirty="0"/>
                              <m:t> = 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=1)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fr-CA" sz="2000" dirty="0"/>
                              <m:t>controls</m:t>
                            </m:r>
                            <m:r>
                              <m:rPr>
                                <m:nor/>
                              </m:rPr>
                              <a:rPr lang="fr-CA" sz="2000" dirty="0"/>
                              <m:t>  = </m:t>
                            </m:r>
                            <m:f>
                              <m:fPr>
                                <m:ctrlPr>
                                  <a:rPr lang="fr-CA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=0)</m:t>
                                </m:r>
                              </m:num>
                              <m:den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CA" sz="2000" dirty="0"/>
              </a:p>
              <a:p>
                <a:pPr marL="0" indent="0">
                  <a:buNone/>
                </a:pPr>
                <a:r>
                  <a:rPr lang="fr-CA" sz="2000" dirty="0"/>
                  <a:t>J = the ratio of </a:t>
                </a:r>
                <a:r>
                  <a:rPr lang="fr-CA" sz="2000" dirty="0" err="1"/>
                  <a:t>controls</a:t>
                </a:r>
                <a:r>
                  <a:rPr lang="fr-CA" sz="2000" dirty="0"/>
                  <a:t> to cases</a:t>
                </a:r>
              </a:p>
              <a:p>
                <a:r>
                  <a:rPr lang="fr-FR" sz="2000" dirty="0" err="1"/>
                  <a:t>Repeat</a:t>
                </a:r>
                <a:r>
                  <a:rPr lang="fr-FR" sz="2000" dirty="0"/>
                  <a:t> </a:t>
                </a:r>
                <a:r>
                  <a:rPr lang="fr-FR" sz="2000" dirty="0" err="1"/>
                  <a:t>steps</a:t>
                </a:r>
                <a:r>
                  <a:rPr lang="fr-FR" sz="2000" dirty="0"/>
                  <a:t> 2 and 3 (use of case-control </a:t>
                </a:r>
                <a:r>
                  <a:rPr lang="fr-FR" sz="2000" dirty="0" err="1"/>
                  <a:t>weighted</a:t>
                </a:r>
                <a:r>
                  <a:rPr lang="fr-FR" sz="2000" dirty="0"/>
                  <a:t> </a:t>
                </a:r>
                <a:r>
                  <a:rPr lang="fr-FR" sz="2000" dirty="0" err="1"/>
                  <a:t>averages</a:t>
                </a:r>
                <a:r>
                  <a:rPr lang="fr-FR" sz="2000" dirty="0"/>
                  <a:t>)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3D8CC55-40C7-96EB-46D4-855502542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9" t="-117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3E8DB8-BDEF-5442-B0C3-4A6FBF4B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20</a:t>
            </a:fld>
            <a:endParaRPr lang="fr-CA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4F683F-82A6-24E6-BFBE-F4C19C403A1A}"/>
              </a:ext>
            </a:extLst>
          </p:cNvPr>
          <p:cNvSpPr txBox="1"/>
          <p:nvPr/>
        </p:nvSpPr>
        <p:spPr>
          <a:xfrm>
            <a:off x="1887057" y="6152545"/>
            <a:ext cx="5701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Rose 2009 ; Rose 2014; Persson 2017</a:t>
            </a:r>
            <a:endParaRPr lang="fr-CA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18BE109-C56A-04BC-243C-F27CB6F6F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97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2B4-3D04-2BD3-0FBE-C2334DEC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G-computation: case-control</a:t>
            </a:r>
            <a:endParaRPr lang="fr-CA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60419B3-E6FB-2B90-6E03-E160103DE3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Strengths</a:t>
            </a:r>
          </a:p>
          <a:p>
            <a:r>
              <a:rPr lang="fr-FR" sz="2000" dirty="0" err="1"/>
              <a:t>Easy</a:t>
            </a:r>
            <a:r>
              <a:rPr lang="fr-FR" sz="2000" dirty="0"/>
              <a:t> to use</a:t>
            </a:r>
          </a:p>
          <a:p>
            <a:r>
              <a:rPr lang="fr-FR" sz="2000" dirty="0" err="1"/>
              <a:t>Address</a:t>
            </a:r>
            <a:r>
              <a:rPr lang="fr-FR" sz="2000" dirty="0"/>
              <a:t> </a:t>
            </a:r>
            <a:r>
              <a:rPr lang="fr-FR" sz="2000" dirty="0" err="1"/>
              <a:t>outcome</a:t>
            </a:r>
            <a:r>
              <a:rPr lang="fr-FR" sz="2000" dirty="0"/>
              <a:t> and </a:t>
            </a:r>
            <a:r>
              <a:rPr lang="fr-FR" sz="2000" dirty="0" err="1"/>
              <a:t>covariate</a:t>
            </a:r>
            <a:r>
              <a:rPr lang="fr-FR" sz="2000" dirty="0"/>
              <a:t> sampling</a:t>
            </a:r>
          </a:p>
          <a:p>
            <a:r>
              <a:rPr lang="fr-FR" sz="2000" dirty="0"/>
              <a:t>Estimation of marginal </a:t>
            </a:r>
            <a:r>
              <a:rPr lang="fr-FR" sz="2000" dirty="0" err="1"/>
              <a:t>effects</a:t>
            </a:r>
            <a:r>
              <a:rPr lang="fr-FR" sz="2000" dirty="0"/>
              <a:t> (OR, RR, and RD)</a:t>
            </a:r>
          </a:p>
          <a:p>
            <a:endParaRPr lang="fr-CA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450EA2-B148-5757-E188-415800F2D6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000" b="1" dirty="0"/>
              <a:t>Limitations</a:t>
            </a:r>
          </a:p>
          <a:p>
            <a:r>
              <a:rPr lang="fr-FR" sz="2000" dirty="0"/>
              <a:t>Sensitive to </a:t>
            </a:r>
            <a:r>
              <a:rPr lang="fr-FR" sz="2000" dirty="0" err="1"/>
              <a:t>outcome</a:t>
            </a:r>
            <a:r>
              <a:rPr lang="fr-FR" sz="2000" dirty="0"/>
              <a:t> model-</a:t>
            </a:r>
            <a:r>
              <a:rPr lang="fr-FR" sz="2000" dirty="0" err="1"/>
              <a:t>specification</a:t>
            </a:r>
            <a:endParaRPr lang="fr-CA" sz="2000" dirty="0"/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76B1A9-2E31-FB38-C8DE-0FCA47D1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21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BDC175C-1317-7AFE-2E25-9AEE2E9FC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5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7015A-7AEC-98CA-5996-E32B3C8F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Targeted</a:t>
            </a:r>
            <a:r>
              <a:rPr lang="fr-FR" dirty="0"/>
              <a:t> maximum </a:t>
            </a:r>
            <a:r>
              <a:rPr lang="fr-FR" dirty="0" err="1"/>
              <a:t>likelihood</a:t>
            </a:r>
            <a:r>
              <a:rPr lang="fr-FR" dirty="0"/>
              <a:t> estimation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B1805B-253C-3030-A3EA-9539168C0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Doubly-robust</a:t>
            </a:r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B2E07D-07E6-51EC-6F3D-B466BF04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22</a:t>
            </a:fld>
            <a:endParaRPr lang="fr-CA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760E000-A620-E3DB-A7F2-23D5D86D8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2D4F942-AFFC-A225-B07D-0223FD10651B}"/>
                  </a:ext>
                </a:extLst>
              </p:cNvPr>
              <p:cNvSpPr txBox="1"/>
              <p:nvPr/>
            </p:nvSpPr>
            <p:spPr>
              <a:xfrm>
                <a:off x="5701442" y="3541472"/>
                <a:ext cx="5613662" cy="2554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fr-FR" dirty="0"/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𝑒𝑥𝑝𝑖𝑡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𝑒𝑥𝑝𝑖𝑡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b="0" dirty="0">
                  <a:ea typeface="Cambria Math" panose="02040503050406030204" pitchFamily="18" charset="0"/>
                </a:endParaRPr>
              </a:p>
              <a:p>
                <a:r>
                  <a:rPr lang="fr-FR" dirty="0"/>
                  <a:t>Z </a:t>
                </a:r>
                <a:r>
                  <a:rPr lang="fr-FR" dirty="0" err="1"/>
                  <a:t>is</a:t>
                </a:r>
                <a:r>
                  <a:rPr lang="fr-FR" dirty="0"/>
                  <a:t> the </a:t>
                </a:r>
                <a:r>
                  <a:rPr lang="fr-FR" dirty="0" err="1"/>
                  <a:t>covariate</a:t>
                </a:r>
                <a:r>
                  <a:rPr lang="fr-FR" dirty="0"/>
                  <a:t> </a:t>
                </a:r>
                <a:r>
                  <a:rPr lang="fr-FR" dirty="0" err="1"/>
                  <a:t>vector</a:t>
                </a:r>
                <a:r>
                  <a:rPr lang="fr-FR" dirty="0"/>
                  <a:t> X </a:t>
                </a:r>
                <a:r>
                  <a:rPr lang="fr-FR" dirty="0" err="1"/>
                  <a:t>excluding</a:t>
                </a:r>
                <a:r>
                  <a:rPr lang="fr-FR" dirty="0"/>
                  <a:t> A</a:t>
                </a: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2D4F942-AFFC-A225-B07D-0223FD106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42" y="3541472"/>
                <a:ext cx="5613662" cy="2554161"/>
              </a:xfrm>
              <a:prstGeom prst="rect">
                <a:avLst/>
              </a:prstGeom>
              <a:blipFill>
                <a:blip r:embed="rId4"/>
                <a:stretch>
                  <a:fillRect l="-869" t="-1432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B10751F-3C5C-52FC-5FAB-1543BCAF9781}"/>
              </a:ext>
            </a:extLst>
          </p:cNvPr>
          <p:cNvSpPr/>
          <p:nvPr/>
        </p:nvSpPr>
        <p:spPr>
          <a:xfrm>
            <a:off x="2231136" y="4019353"/>
            <a:ext cx="2463412" cy="7992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Prediction</a:t>
            </a:r>
            <a:r>
              <a:rPr lang="fr-FR" b="1" dirty="0">
                <a:solidFill>
                  <a:schemeClr val="tx1"/>
                </a:solidFill>
              </a:rPr>
              <a:t> of the </a:t>
            </a:r>
            <a:r>
              <a:rPr lang="fr-FR" b="1" dirty="0" err="1">
                <a:solidFill>
                  <a:schemeClr val="tx1"/>
                </a:solidFill>
              </a:rPr>
              <a:t>outcome</a:t>
            </a:r>
            <a:r>
              <a:rPr lang="fr-FR" b="1" dirty="0">
                <a:solidFill>
                  <a:schemeClr val="tx1"/>
                </a:solidFill>
              </a:rPr>
              <a:t> model</a:t>
            </a:r>
            <a:endParaRPr lang="fr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936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D470-6310-B218-77C6-E7D74AADB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3FEE5-7E79-1838-8B6F-071A76DB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Targeted</a:t>
            </a:r>
            <a:r>
              <a:rPr lang="fr-FR" dirty="0"/>
              <a:t> maximum </a:t>
            </a:r>
            <a:r>
              <a:rPr lang="fr-FR" dirty="0" err="1"/>
              <a:t>likelihood</a:t>
            </a:r>
            <a:r>
              <a:rPr lang="fr-FR" dirty="0"/>
              <a:t> estimation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180C20-AF31-8DA9-BD4C-4C984B43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Doubly-robust</a:t>
            </a:r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E0CF72-5A6C-F7CE-8453-7B0E6448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23</a:t>
            </a:fld>
            <a:endParaRPr lang="fr-CA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D493701-C113-B822-1BC4-4E811B4AF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BFDAC15-A19D-3B62-E90C-4D28DC478DD5}"/>
                  </a:ext>
                </a:extLst>
              </p:cNvPr>
              <p:cNvSpPr txBox="1"/>
              <p:nvPr/>
            </p:nvSpPr>
            <p:spPr>
              <a:xfrm>
                <a:off x="5239529" y="3640617"/>
                <a:ext cx="5613662" cy="2064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𝑃𝑜𝑝</m:t>
                              </m:r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b="0" dirty="0">
                  <a:ea typeface="Cambria Math" panose="02040503050406030204" pitchFamily="18" charset="0"/>
                </a:endParaRPr>
              </a:p>
              <a:p>
                <a:r>
                  <a:rPr lang="fr-FR" dirty="0"/>
                  <a:t>Z </a:t>
                </a:r>
                <a:r>
                  <a:rPr lang="fr-FR" dirty="0" err="1"/>
                  <a:t>is</a:t>
                </a:r>
                <a:r>
                  <a:rPr lang="fr-FR" dirty="0"/>
                  <a:t> the </a:t>
                </a:r>
                <a:r>
                  <a:rPr lang="fr-FR" dirty="0" err="1"/>
                  <a:t>covariate</a:t>
                </a:r>
                <a:r>
                  <a:rPr lang="fr-FR" dirty="0"/>
                  <a:t> </a:t>
                </a:r>
                <a:r>
                  <a:rPr lang="fr-FR" dirty="0" err="1"/>
                  <a:t>vector</a:t>
                </a:r>
                <a:r>
                  <a:rPr lang="fr-FR" dirty="0"/>
                  <a:t> X </a:t>
                </a:r>
                <a:r>
                  <a:rPr lang="fr-FR" dirty="0" err="1"/>
                  <a:t>excluding</a:t>
                </a:r>
                <a:r>
                  <a:rPr lang="fr-FR" dirty="0"/>
                  <a:t> A</a:t>
                </a: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BFDAC15-A19D-3B62-E90C-4D28DC478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529" y="3640617"/>
                <a:ext cx="5613662" cy="2064476"/>
              </a:xfrm>
              <a:prstGeom prst="rect">
                <a:avLst/>
              </a:prstGeom>
              <a:blipFill>
                <a:blip r:embed="rId4"/>
                <a:stretch>
                  <a:fillRect l="-97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4F7C896-3515-2803-5FFE-E1318F9FDF42}"/>
              </a:ext>
            </a:extLst>
          </p:cNvPr>
          <p:cNvSpPr/>
          <p:nvPr/>
        </p:nvSpPr>
        <p:spPr>
          <a:xfrm>
            <a:off x="2304853" y="3873655"/>
            <a:ext cx="2462400" cy="7992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Prediction</a:t>
            </a:r>
            <a:r>
              <a:rPr lang="fr-FR" b="1" dirty="0">
                <a:solidFill>
                  <a:schemeClr val="tx1"/>
                </a:solidFill>
              </a:rPr>
              <a:t> of the </a:t>
            </a:r>
            <a:r>
              <a:rPr lang="fr-FR" b="1" dirty="0" err="1">
                <a:solidFill>
                  <a:schemeClr val="tx1"/>
                </a:solidFill>
              </a:rPr>
              <a:t>propensity</a:t>
            </a:r>
            <a:r>
              <a:rPr lang="fr-FR" b="1" dirty="0">
                <a:solidFill>
                  <a:schemeClr val="tx1"/>
                </a:solidFill>
              </a:rPr>
              <a:t> score</a:t>
            </a:r>
            <a:endParaRPr lang="fr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284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053D-06C8-4286-4300-1E40D145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90801-FDBA-ACAA-41C1-6686CAC3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Targeted</a:t>
            </a:r>
            <a:r>
              <a:rPr lang="fr-FR" dirty="0"/>
              <a:t> maximum </a:t>
            </a:r>
            <a:r>
              <a:rPr lang="fr-FR" dirty="0" err="1"/>
              <a:t>likelihood</a:t>
            </a:r>
            <a:r>
              <a:rPr lang="fr-FR" dirty="0"/>
              <a:t> estimation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C2379E-C8C7-B219-5AA7-71D70ADF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Doubly-robust</a:t>
            </a:r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85270-04B1-5207-744D-5303F546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24</a:t>
            </a:fld>
            <a:endParaRPr lang="fr-CA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3A4B12B-D2BC-0B92-8BC4-1D3D126EF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36451E6-43D9-6BC6-AF71-CC4C87ADB908}"/>
                  </a:ext>
                </a:extLst>
              </p:cNvPr>
              <p:cNvSpPr txBox="1"/>
              <p:nvPr/>
            </p:nvSpPr>
            <p:spPr>
              <a:xfrm>
                <a:off x="4625754" y="3584464"/>
                <a:ext cx="5613662" cy="1785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(1, 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36451E6-43D9-6BC6-AF71-CC4C87ADB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754" y="3584464"/>
                <a:ext cx="5613662" cy="17854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D8BBA6C-9EC6-326C-71BF-F2723B30826C}"/>
              </a:ext>
            </a:extLst>
          </p:cNvPr>
          <p:cNvSpPr/>
          <p:nvPr/>
        </p:nvSpPr>
        <p:spPr>
          <a:xfrm>
            <a:off x="2231136" y="3999311"/>
            <a:ext cx="2673170" cy="7992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Use of the </a:t>
            </a:r>
            <a:r>
              <a:rPr lang="fr-FR" b="1" dirty="0" err="1">
                <a:solidFill>
                  <a:schemeClr val="tx1"/>
                </a:solidFill>
              </a:rPr>
              <a:t>propensity</a:t>
            </a:r>
            <a:r>
              <a:rPr lang="fr-FR" b="1" dirty="0">
                <a:solidFill>
                  <a:schemeClr val="tx1"/>
                </a:solidFill>
              </a:rPr>
              <a:t> scores to </a:t>
            </a:r>
            <a:r>
              <a:rPr lang="fr-FR" b="1" dirty="0" err="1">
                <a:solidFill>
                  <a:schemeClr val="tx1"/>
                </a:solidFill>
              </a:rPr>
              <a:t>calculate</a:t>
            </a:r>
            <a:r>
              <a:rPr lang="fr-FR" b="1" dirty="0">
                <a:solidFill>
                  <a:schemeClr val="tx1"/>
                </a:solidFill>
              </a:rPr>
              <a:t> the </a:t>
            </a:r>
            <a:r>
              <a:rPr lang="fr-FR" b="1" dirty="0" err="1">
                <a:solidFill>
                  <a:schemeClr val="tx1"/>
                </a:solidFill>
              </a:rPr>
              <a:t>clever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covariates</a:t>
            </a:r>
            <a:endParaRPr lang="fr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717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140A-FE1B-E1B3-3D1C-F782A32A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33F4C-5C38-3DF9-8B41-9AF34142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Targeted</a:t>
            </a:r>
            <a:r>
              <a:rPr lang="fr-FR" dirty="0"/>
              <a:t> maximum </a:t>
            </a:r>
            <a:r>
              <a:rPr lang="fr-FR" dirty="0" err="1"/>
              <a:t>likelihood</a:t>
            </a:r>
            <a:r>
              <a:rPr lang="fr-FR" dirty="0"/>
              <a:t> estimation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351DCC-BFD5-0FD9-30DF-52AA3DE4A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Doubly-robust</a:t>
            </a:r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9EF770-49FD-EF1A-6B2D-431CE1BC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25</a:t>
            </a:fld>
            <a:endParaRPr lang="fr-CA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8581175-BD69-3CC9-537F-5653E4B7C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29DBB57-5676-45E3-C529-BD1AFA4D95E1}"/>
                  </a:ext>
                </a:extLst>
              </p:cNvPr>
              <p:cNvSpPr txBox="1"/>
              <p:nvPr/>
            </p:nvSpPr>
            <p:spPr>
              <a:xfrm>
                <a:off x="5809851" y="3551470"/>
                <a:ext cx="5613662" cy="122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))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29DBB57-5676-45E3-C529-BD1AFA4D9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851" y="3551470"/>
                <a:ext cx="5613662" cy="1225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745660F-83B4-7BE0-1F58-4A7360DCD163}"/>
              </a:ext>
            </a:extLst>
          </p:cNvPr>
          <p:cNvSpPr/>
          <p:nvPr/>
        </p:nvSpPr>
        <p:spPr>
          <a:xfrm>
            <a:off x="2231136" y="3999311"/>
            <a:ext cx="2673170" cy="7992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Estimation of the fluctuation </a:t>
            </a:r>
            <a:r>
              <a:rPr lang="fr-FR" b="1" dirty="0" err="1">
                <a:solidFill>
                  <a:schemeClr val="tx1"/>
                </a:solidFill>
              </a:rPr>
              <a:t>parameter</a:t>
            </a:r>
            <a:endParaRPr lang="fr-CA" b="1" dirty="0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308BD0-A961-2718-B591-5D8F16F5AC02}"/>
              </a:ext>
            </a:extLst>
          </p:cNvPr>
          <p:cNvSpPr txBox="1"/>
          <p:nvPr/>
        </p:nvSpPr>
        <p:spPr>
          <a:xfrm>
            <a:off x="7249212" y="3275814"/>
            <a:ext cx="428920" cy="723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98456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CE59-AEC1-6111-9043-EC57945B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F9A297-7F89-D0DD-4C51-73358C37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Targeted</a:t>
            </a:r>
            <a:r>
              <a:rPr lang="fr-FR" dirty="0"/>
              <a:t> maximum </a:t>
            </a:r>
            <a:r>
              <a:rPr lang="fr-FR" dirty="0" err="1"/>
              <a:t>likelihood</a:t>
            </a:r>
            <a:r>
              <a:rPr lang="fr-FR" dirty="0"/>
              <a:t> estimation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43DA42-CC1B-1D65-1EBB-28FAE99A5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Doubly-robust</a:t>
            </a:r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AA4E81-CEFB-57CD-ED8F-722FA4AB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26</a:t>
            </a:fld>
            <a:endParaRPr lang="fr-CA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DFA8C4C-6A99-6E4F-2EEB-024C3EA7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EA89080-058A-41A0-3C68-04CCC7120662}"/>
                  </a:ext>
                </a:extLst>
              </p:cNvPr>
              <p:cNvSpPr txBox="1"/>
              <p:nvPr/>
            </p:nvSpPr>
            <p:spPr>
              <a:xfrm>
                <a:off x="5239529" y="3640617"/>
                <a:ext cx="5613662" cy="2352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𝑒𝑥𝑝𝑖𝑡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𝑒𝑥𝑝𝑖𝑡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EA89080-058A-41A0-3C68-04CCC7120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529" y="3640617"/>
                <a:ext cx="5613662" cy="235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30D3AC0-A4B1-9279-37C1-786CC9235F7D}"/>
                  </a:ext>
                </a:extLst>
              </p:cNvPr>
              <p:cNvSpPr/>
              <p:nvPr/>
            </p:nvSpPr>
            <p:spPr>
              <a:xfrm>
                <a:off x="2304853" y="3873655"/>
                <a:ext cx="2462400" cy="7992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Update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fr-FR" b="1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:endParaRPr lang="fr-CA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30D3AC0-A4B1-9279-37C1-786CC9235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53" y="3873655"/>
                <a:ext cx="2462400" cy="799200"/>
              </a:xfrm>
              <a:prstGeom prst="roundRect">
                <a:avLst/>
              </a:prstGeom>
              <a:blipFill>
                <a:blip r:embed="rId5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670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8798-77CC-5ED8-37B0-56970BD3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4E5358-00B4-29ED-C718-110C4A01A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Targeted</a:t>
            </a:r>
            <a:r>
              <a:rPr lang="fr-FR" dirty="0"/>
              <a:t> maximum </a:t>
            </a:r>
            <a:r>
              <a:rPr lang="fr-FR" dirty="0" err="1"/>
              <a:t>likelihood</a:t>
            </a:r>
            <a:r>
              <a:rPr lang="fr-FR" dirty="0"/>
              <a:t> estimation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8409DC-E585-A942-9E34-E9A415C1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Doubly-robust</a:t>
            </a:r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63369D-98F9-89AD-2D87-2775C4E6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27</a:t>
            </a:fld>
            <a:endParaRPr lang="fr-CA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87C4E09-EE0F-8E44-1EF4-4B2820B23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9" y="47135"/>
            <a:ext cx="1324466" cy="806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AC1BEAC6-F166-C1FB-B38A-A55E4FA1328F}"/>
                  </a:ext>
                </a:extLst>
              </p:cNvPr>
              <p:cNvSpPr txBox="1"/>
              <p:nvPr/>
            </p:nvSpPr>
            <p:spPr>
              <a:xfrm>
                <a:off x="5239529" y="3640617"/>
                <a:ext cx="5613662" cy="140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𝐴𝑇𝐸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AC1BEAC6-F166-C1FB-B38A-A55E4FA13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529" y="3640617"/>
                <a:ext cx="5613662" cy="1402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0424951-3A4C-3A45-0A53-F7217CE87D2E}"/>
              </a:ext>
            </a:extLst>
          </p:cNvPr>
          <p:cNvSpPr/>
          <p:nvPr/>
        </p:nvSpPr>
        <p:spPr>
          <a:xfrm>
            <a:off x="2304853" y="3873655"/>
            <a:ext cx="2462400" cy="7992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Targeted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estimate</a:t>
            </a:r>
            <a:endParaRPr lang="fr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52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D9108-AB1A-D1E0-1B4A-E4C584D0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2991612"/>
            <a:ext cx="7729728" cy="1188720"/>
          </a:xfrm>
        </p:spPr>
        <p:txBody>
          <a:bodyPr/>
          <a:lstStyle/>
          <a:p>
            <a:r>
              <a:rPr lang="fr-FR" dirty="0"/>
              <a:t>THANK YOU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89197A-93DF-FB2F-4070-7FA9C54B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2493556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TM10001115[[fn=Colis]]</Template>
  <TotalTime>31248</TotalTime>
  <Words>862</Words>
  <Application>Microsoft Office PowerPoint</Application>
  <PresentationFormat>Grand écran</PresentationFormat>
  <Paragraphs>214</Paragraphs>
  <Slides>28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Aptos</vt:lpstr>
      <vt:lpstr>Arial</vt:lpstr>
      <vt:lpstr>Cambria Math</vt:lpstr>
      <vt:lpstr>Gill Sans MT</vt:lpstr>
      <vt:lpstr>Colis</vt:lpstr>
      <vt:lpstr>Use of causal inference methods in case-control studies</vt:lpstr>
      <vt:lpstr>ConflictS of interest</vt:lpstr>
      <vt:lpstr>Acknowledgement</vt:lpstr>
      <vt:lpstr>Plan</vt:lpstr>
      <vt:lpstr>Motivation</vt:lpstr>
      <vt:lpstr>Introduction: case control studies</vt:lpstr>
      <vt:lpstr>Introduction: case-control studies</vt:lpstr>
      <vt:lpstr>Introduction: case-control studies</vt:lpstr>
      <vt:lpstr>Introduction : our focus</vt:lpstr>
      <vt:lpstr>Review of potential outcome framework</vt:lpstr>
      <vt:lpstr>Intercept-adjusted logistic regression</vt:lpstr>
      <vt:lpstr>Intercept-adjusted logistic regression</vt:lpstr>
      <vt:lpstr>Intercept-adjusted logistic regression</vt:lpstr>
      <vt:lpstr>Propensity scores</vt:lpstr>
      <vt:lpstr>Propensity scores: Case-control studies</vt:lpstr>
      <vt:lpstr>Propensity scores: Case-control studies</vt:lpstr>
      <vt:lpstr>Propensity scores: Case-control studies</vt:lpstr>
      <vt:lpstr>Propensity scores: Case-control studies</vt:lpstr>
      <vt:lpstr>G-computation</vt:lpstr>
      <vt:lpstr>G-computation: case-control</vt:lpstr>
      <vt:lpstr>G-computation: case-control</vt:lpstr>
      <vt:lpstr>Targeted maximum likelihood estimation</vt:lpstr>
      <vt:lpstr>Targeted maximum likelihood estimation</vt:lpstr>
      <vt:lpstr>Targeted maximum likelihood estimation</vt:lpstr>
      <vt:lpstr>Targeted maximum likelihood estimation</vt:lpstr>
      <vt:lpstr>Targeted maximum likelihood estimation</vt:lpstr>
      <vt:lpstr>Targeted maximum likelihood estimation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Mésidor, Miceline</dc:creator>
  <cp:lastModifiedBy>Mésidor, Miceline</cp:lastModifiedBy>
  <cp:revision>1</cp:revision>
  <dcterms:created xsi:type="dcterms:W3CDTF">2025-10-03T14:08:43Z</dcterms:created>
  <dcterms:modified xsi:type="dcterms:W3CDTF">2025-12-03T19:47:23Z</dcterms:modified>
</cp:coreProperties>
</file>